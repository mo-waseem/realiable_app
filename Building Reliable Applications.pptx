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7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</p:sldIdLst>
  <p:sldSz cy="5143500" cx="9144000"/>
  <p:notesSz cx="6858000" cy="9144000"/>
  <p:embeddedFontLst>
    <p:embeddedFont>
      <p:font typeface="Urbanist Medium"/>
      <p:regular r:id="rId36"/>
      <p:bold r:id="rId37"/>
      <p:italic r:id="rId38"/>
      <p:boldItalic r:id="rId39"/>
    </p:embeddedFont>
    <p:embeddedFont>
      <p:font typeface="Urbanist SemiBold"/>
      <p:regular r:id="rId40"/>
      <p:bold r:id="rId41"/>
      <p:italic r:id="rId42"/>
      <p:boldItalic r:id="rId43"/>
    </p:embeddedFont>
    <p:embeddedFont>
      <p:font typeface="Urbanist"/>
      <p:regular r:id="rId44"/>
      <p:bold r:id="rId45"/>
      <p:italic r:id="rId46"/>
      <p:boldItalic r:id="rId4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UrbanistSemiBold-regular.fntdata"/><Relationship Id="rId20" Type="http://schemas.openxmlformats.org/officeDocument/2006/relationships/slide" Target="slides/slide15.xml"/><Relationship Id="rId42" Type="http://schemas.openxmlformats.org/officeDocument/2006/relationships/font" Target="fonts/UrbanistSemiBold-italic.fntdata"/><Relationship Id="rId41" Type="http://schemas.openxmlformats.org/officeDocument/2006/relationships/font" Target="fonts/UrbanistSemiBold-bold.fntdata"/><Relationship Id="rId22" Type="http://schemas.openxmlformats.org/officeDocument/2006/relationships/slide" Target="slides/slide17.xml"/><Relationship Id="rId44" Type="http://schemas.openxmlformats.org/officeDocument/2006/relationships/font" Target="fonts/Urbanist-regular.fntdata"/><Relationship Id="rId21" Type="http://schemas.openxmlformats.org/officeDocument/2006/relationships/slide" Target="slides/slide16.xml"/><Relationship Id="rId43" Type="http://schemas.openxmlformats.org/officeDocument/2006/relationships/font" Target="fonts/UrbanistSemiBold-boldItalic.fntdata"/><Relationship Id="rId24" Type="http://schemas.openxmlformats.org/officeDocument/2006/relationships/slide" Target="slides/slide19.xml"/><Relationship Id="rId46" Type="http://schemas.openxmlformats.org/officeDocument/2006/relationships/font" Target="fonts/Urbanist-italic.fntdata"/><Relationship Id="rId23" Type="http://schemas.openxmlformats.org/officeDocument/2006/relationships/slide" Target="slides/slide18.xml"/><Relationship Id="rId45" Type="http://schemas.openxmlformats.org/officeDocument/2006/relationships/font" Target="fonts/Urbanist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47" Type="http://schemas.openxmlformats.org/officeDocument/2006/relationships/font" Target="fonts/Urbanist-boldItalic.fntdata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font" Target="fonts/UrbanistMedium-bold.fntdata"/><Relationship Id="rId14" Type="http://schemas.openxmlformats.org/officeDocument/2006/relationships/slide" Target="slides/slide9.xml"/><Relationship Id="rId36" Type="http://schemas.openxmlformats.org/officeDocument/2006/relationships/font" Target="fonts/UrbanistMedium-regular.fntdata"/><Relationship Id="rId17" Type="http://schemas.openxmlformats.org/officeDocument/2006/relationships/slide" Target="slides/slide12.xml"/><Relationship Id="rId39" Type="http://schemas.openxmlformats.org/officeDocument/2006/relationships/font" Target="fonts/UrbanistMedium-boldItalic.fntdata"/><Relationship Id="rId16" Type="http://schemas.openxmlformats.org/officeDocument/2006/relationships/slide" Target="slides/slide11.xml"/><Relationship Id="rId38" Type="http://schemas.openxmlformats.org/officeDocument/2006/relationships/font" Target="fonts/UrbanistMedium-italic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h64e517a2710f27ba_0_17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5" name="Google Shape;475;h64e517a2710f27ba_0_17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h64e517a2710f27ba_0_17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4" name="Google Shape;484;h64e517a2710f27ba_0_17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h64e517a2710f27ba_0_18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1" name="Google Shape;531;h64e517a2710f27ba_0_18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9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h64e517a2710f27ba_0_18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1" name="Google Shape;541;h64e517a2710f27ba_0_18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8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h64e517a2710f27ba_0_18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0" name="Google Shape;550;h64e517a2710f27ba_0_18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6" name="Shape 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Google Shape;557;h64e517a2710f27ba_24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8" name="Google Shape;558;h64e517a2710f27ba_24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6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Google Shape;567;h64e517a2710f27ba_24_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8" name="Google Shape;568;h64e517a2710f27ba_24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h64e517a2710f27ba_24_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h64e517a2710f27ba_24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h64e517a2710f27ba_24_1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1" name="Google Shape;591;h64e517a2710f27ba_24_1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h64e517a2710f27ba_24_2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2" name="Google Shape;602;h64e517a2710f27ba_24_2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Google Shape;612;h64e517a2710f27ba_24_2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3" name="Google Shape;613;h64e517a2710f27ba_24_2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2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h64e517a2710f27ba_24_2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4" name="Google Shape;624;h64e517a2710f27ba_24_2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h64e517a2710f27ba_24_2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4" name="Google Shape;634;h64e517a2710f27ba_24_2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3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h64e517a2710f27ba_24_2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5" name="Google Shape;645;h64e517a2710f27ba_24_2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h64e517a2710f27ba_24_4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5" name="Google Shape;655;h64e517a2710f27ba_24_4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2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h64e517a2710f27ba_24_3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4" name="Google Shape;664;h64e517a2710f27ba_24_3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0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h64e517a2710f27ba_24_2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2" name="Google Shape;672;h64e517a2710f27ba_24_2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0" name="Shape 6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Google Shape;681;h64e517a2710f27ba_24_3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2" name="Google Shape;682;h64e517a2710f27ba_24_3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1" name="Shape 6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Google Shape;692;h64e517a2710f27ba_24_3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3" name="Google Shape;693;h64e517a2710f27ba_24_3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Google Shape;702;h64e517a2710f27ba_24_3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3" name="Google Shape;703;h64e517a2710f27ba_24_3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2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Google Shape;713;h64e517a2710f27ba_24_3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4" name="Google Shape;714;h64e517a2710f27ba_24_3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h64e517a2710f27ba_24_3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5" name="Google Shape;725;h64e517a2710f27ba_24_3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h64e517a2710f27ba_24_3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h64e517a2710f27ba_24_3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h64e517a2710f27ba_24_3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h64e517a2710f27ba_24_3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h64e517a2710f27ba_24_4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8" name="Google Shape;758;h64e517a2710f27ba_24_4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7" name="Shape 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Google Shape;768;h64e517a2710f27ba_24_4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9" name="Google Shape;769;h64e517a2710f27ba_24_4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h64e517a2710f27ba_24_4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8" name="Google Shape;778;h64e517a2710f27ba_24_4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4" name="Shape 7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5" name="Google Shape;785;h64e517a2710f27ba_24_4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6" name="Google Shape;786;h64e517a2710f27ba_24_4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2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Google Shape;793;h64e517a2710f27ba_24_4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4" name="Google Shape;794;h64e517a2710f27ba_24_4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h64e517a2710f27ba_24_4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2" name="Google Shape;802;h64e517a2710f27ba_24_4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ALT 1">
  <p:cSld name="BLANK_4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2"/>
          <p:cNvPicPr preferRelativeResize="0"/>
          <p:nvPr/>
        </p:nvPicPr>
        <p:blipFill rotWithShape="1">
          <a:blip r:embed="rId2">
            <a:alphaModFix amt="50000"/>
          </a:blip>
          <a:srcRect b="8145" l="3134" r="7835" t="16786"/>
          <a:stretch/>
        </p:blipFill>
        <p:spPr>
          <a:xfrm flipH="1" rot="10800000">
            <a:off x="0" y="-3474"/>
            <a:ext cx="9161550" cy="5154499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/>
          <p:nvPr/>
        </p:nvSpPr>
        <p:spPr>
          <a:xfrm flipH="1" rot="10800000">
            <a:off x="0" y="4676700"/>
            <a:ext cx="9149700" cy="46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228600" y="1738950"/>
            <a:ext cx="4402800" cy="252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Urbanist"/>
              <a:buNone/>
              <a:defRPr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5" name="Google Shape;15;p2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6" name="Google Shape;16;p2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7" name="Google Shape;17;p2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8" name="Google Shape;18;p2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9" name="Google Shape;19;p2"/>
          <p:cNvSpPr txBox="1"/>
          <p:nvPr>
            <p:ph type="title"/>
          </p:nvPr>
        </p:nvSpPr>
        <p:spPr>
          <a:xfrm>
            <a:off x="228600" y="228600"/>
            <a:ext cx="6658800" cy="1419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9pPr>
          </a:lstStyle>
          <a:p/>
        </p:txBody>
      </p:sp>
      <p:cxnSp>
        <p:nvCxnSpPr>
          <p:cNvPr id="20" name="Google Shape;20;p2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1" name="Google Shape;21;p2"/>
          <p:cNvSpPr txBox="1"/>
          <p:nvPr>
            <p:ph idx="5" type="subTitle"/>
          </p:nvPr>
        </p:nvSpPr>
        <p:spPr>
          <a:xfrm>
            <a:off x="297075" y="4175900"/>
            <a:ext cx="1264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2" name="Google Shape;22;p2"/>
          <p:cNvSpPr txBox="1"/>
          <p:nvPr>
            <p:ph idx="6" type="subTitle"/>
          </p:nvPr>
        </p:nvSpPr>
        <p:spPr>
          <a:xfrm>
            <a:off x="1786375" y="4175900"/>
            <a:ext cx="1264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3" name="Google Shape;23;p2"/>
          <p:cNvSpPr txBox="1"/>
          <p:nvPr>
            <p:ph idx="7" type="subTitle"/>
          </p:nvPr>
        </p:nvSpPr>
        <p:spPr>
          <a:xfrm>
            <a:off x="228591" y="3454475"/>
            <a:ext cx="4659600" cy="252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b="1"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4" name="Google Shape;24;p2"/>
          <p:cNvSpPr txBox="1"/>
          <p:nvPr>
            <p:ph idx="8" type="subTitle"/>
          </p:nvPr>
        </p:nvSpPr>
        <p:spPr>
          <a:xfrm>
            <a:off x="228591" y="3743050"/>
            <a:ext cx="4659600" cy="252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b="1"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5" name="Google Shape;25;p2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ALT 1">
  <p:cSld name="BLANK_1_1_2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3"/>
          <p:cNvSpPr txBox="1"/>
          <p:nvPr>
            <p:ph type="title"/>
          </p:nvPr>
        </p:nvSpPr>
        <p:spPr>
          <a:xfrm>
            <a:off x="228600" y="395043"/>
            <a:ext cx="6480300" cy="5877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/>
        </p:txBody>
      </p:sp>
      <p:sp>
        <p:nvSpPr>
          <p:cNvPr id="28" name="Google Shape;28;p3"/>
          <p:cNvSpPr txBox="1"/>
          <p:nvPr>
            <p:ph idx="1" type="body"/>
          </p:nvPr>
        </p:nvSpPr>
        <p:spPr>
          <a:xfrm>
            <a:off x="228600" y="1743625"/>
            <a:ext cx="4296600" cy="2709000"/>
          </a:xfrm>
          <a:prstGeom prst="rect">
            <a:avLst/>
          </a:prstGeom>
        </p:spPr>
        <p:txBody>
          <a:bodyPr anchorCtr="0" anchor="b" bIns="91425" lIns="0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0" name="Google Shape;30;p3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1" name="Google Shape;31;p3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2" name="Google Shape;32;p3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3" name="Google Shape;33;p3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34" name="Google Shape;34;p3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5" name="Google Shape;35;p3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ur values">
  <p:cSld name="BLANK_1_1_1_1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"/>
          <p:cNvSpPr txBox="1"/>
          <p:nvPr>
            <p:ph idx="1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8" name="Google Shape;38;p4"/>
          <p:cNvSpPr txBox="1"/>
          <p:nvPr>
            <p:ph type="title"/>
          </p:nvPr>
        </p:nvSpPr>
        <p:spPr>
          <a:xfrm>
            <a:off x="228600" y="613525"/>
            <a:ext cx="7223400" cy="422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39" name="Google Shape;39;p4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40" name="Google Shape;40;p4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41" name="Google Shape;41;p4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42" name="Google Shape;42;p4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3" name="Google Shape;43;p4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44" name="Google Shape;44;p4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5" name="Google Shape;45;p4"/>
          <p:cNvSpPr txBox="1"/>
          <p:nvPr>
            <p:ph idx="5" type="subTitle"/>
          </p:nvPr>
        </p:nvSpPr>
        <p:spPr>
          <a:xfrm>
            <a:off x="254625" y="1638300"/>
            <a:ext cx="1128900" cy="118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46" name="Google Shape;46;p4"/>
          <p:cNvSpPr txBox="1"/>
          <p:nvPr>
            <p:ph idx="6" type="subTitle"/>
          </p:nvPr>
        </p:nvSpPr>
        <p:spPr>
          <a:xfrm>
            <a:off x="3275850" y="1638300"/>
            <a:ext cx="1128900" cy="118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47" name="Google Shape;47;p4"/>
          <p:cNvSpPr txBox="1"/>
          <p:nvPr>
            <p:ph idx="7" type="subTitle"/>
          </p:nvPr>
        </p:nvSpPr>
        <p:spPr>
          <a:xfrm>
            <a:off x="6215463" y="1638300"/>
            <a:ext cx="1128900" cy="118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48" name="Google Shape;48;p4"/>
          <p:cNvSpPr txBox="1"/>
          <p:nvPr>
            <p:ph idx="8" type="body"/>
          </p:nvPr>
        </p:nvSpPr>
        <p:spPr>
          <a:xfrm>
            <a:off x="288575" y="3386400"/>
            <a:ext cx="2665200" cy="11883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/>
        </p:txBody>
      </p:sp>
      <p:sp>
        <p:nvSpPr>
          <p:cNvPr id="49" name="Google Shape;49;p4"/>
          <p:cNvSpPr txBox="1"/>
          <p:nvPr>
            <p:ph idx="9" type="body"/>
          </p:nvPr>
        </p:nvSpPr>
        <p:spPr>
          <a:xfrm>
            <a:off x="6121413" y="3386400"/>
            <a:ext cx="2665200" cy="11883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/>
        </p:txBody>
      </p:sp>
      <p:sp>
        <p:nvSpPr>
          <p:cNvPr id="50" name="Google Shape;50;p4"/>
          <p:cNvSpPr txBox="1"/>
          <p:nvPr>
            <p:ph idx="13" type="body"/>
          </p:nvPr>
        </p:nvSpPr>
        <p:spPr>
          <a:xfrm>
            <a:off x="3192450" y="3386400"/>
            <a:ext cx="2665200" cy="11883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/>
        </p:txBody>
      </p:sp>
      <p:sp>
        <p:nvSpPr>
          <p:cNvPr id="51" name="Google Shape;51;p4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and image ALT 2">
  <p:cSld name="CUSTOM_3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5"/>
          <p:cNvSpPr/>
          <p:nvPr>
            <p:ph idx="2" type="pic"/>
          </p:nvPr>
        </p:nvSpPr>
        <p:spPr>
          <a:xfrm>
            <a:off x="246150" y="237650"/>
            <a:ext cx="4196400" cy="4438200"/>
          </a:xfrm>
          <a:prstGeom prst="rect">
            <a:avLst/>
          </a:prstGeom>
          <a:noFill/>
          <a:ln>
            <a:noFill/>
          </a:ln>
        </p:spPr>
      </p:sp>
      <p:sp>
        <p:nvSpPr>
          <p:cNvPr id="54" name="Google Shape;54;p5"/>
          <p:cNvSpPr txBox="1"/>
          <p:nvPr>
            <p:ph type="title"/>
          </p:nvPr>
        </p:nvSpPr>
        <p:spPr>
          <a:xfrm>
            <a:off x="4591800" y="304700"/>
            <a:ext cx="3861900" cy="192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9pPr>
          </a:lstStyle>
          <a:p/>
        </p:txBody>
      </p:sp>
      <p:sp>
        <p:nvSpPr>
          <p:cNvPr id="55" name="Google Shape;55;p5"/>
          <p:cNvSpPr txBox="1"/>
          <p:nvPr>
            <p:ph idx="3" type="title"/>
          </p:nvPr>
        </p:nvSpPr>
        <p:spPr>
          <a:xfrm>
            <a:off x="4591800" y="738425"/>
            <a:ext cx="4290000" cy="20514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9pPr>
          </a:lstStyle>
          <a:p/>
        </p:txBody>
      </p:sp>
      <p:sp>
        <p:nvSpPr>
          <p:cNvPr id="56" name="Google Shape;56;p5"/>
          <p:cNvSpPr txBox="1"/>
          <p:nvPr>
            <p:ph idx="1" type="body"/>
          </p:nvPr>
        </p:nvSpPr>
        <p:spPr>
          <a:xfrm>
            <a:off x="4618950" y="2205375"/>
            <a:ext cx="4290000" cy="16296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/>
        </p:txBody>
      </p:sp>
      <p:sp>
        <p:nvSpPr>
          <p:cNvPr id="57" name="Google Shape;57;p5"/>
          <p:cNvSpPr txBox="1"/>
          <p:nvPr>
            <p:ph idx="4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58" name="Google Shape;58;p5"/>
          <p:cNvSpPr txBox="1"/>
          <p:nvPr>
            <p:ph idx="5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59" name="Google Shape;59;p5"/>
          <p:cNvSpPr txBox="1"/>
          <p:nvPr>
            <p:ph idx="6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60" name="Google Shape;60;p5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1" name="Google Shape;61;p5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62" name="Google Shape;62;p5"/>
          <p:cNvCxnSpPr/>
          <p:nvPr/>
        </p:nvCxnSpPr>
        <p:spPr>
          <a:xfrm>
            <a:off x="228600" y="226100"/>
            <a:ext cx="86871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" name="Google Shape;63;p5"/>
          <p:cNvCxnSpPr/>
          <p:nvPr/>
        </p:nvCxnSpPr>
        <p:spPr>
          <a:xfrm>
            <a:off x="4444600" y="570000"/>
            <a:ext cx="44709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4" name="Google Shape;64;p5"/>
          <p:cNvCxnSpPr/>
          <p:nvPr/>
        </p:nvCxnSpPr>
        <p:spPr>
          <a:xfrm>
            <a:off x="4442500" y="226100"/>
            <a:ext cx="0" cy="445770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5" name="Google Shape;65;p5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6" name="Google Shape;66;p5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ALT 1">
  <p:cSld name="BLANK_1_1_1_1_3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6"/>
          <p:cNvSpPr txBox="1"/>
          <p:nvPr>
            <p:ph type="title"/>
          </p:nvPr>
        </p:nvSpPr>
        <p:spPr>
          <a:xfrm>
            <a:off x="228600" y="613525"/>
            <a:ext cx="3904500" cy="1162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69" name="Google Shape;69;p6"/>
          <p:cNvSpPr/>
          <p:nvPr>
            <p:ph idx="2" type="pic"/>
          </p:nvPr>
        </p:nvSpPr>
        <p:spPr>
          <a:xfrm>
            <a:off x="4523050" y="737975"/>
            <a:ext cx="2164800" cy="1350300"/>
          </a:xfrm>
          <a:prstGeom prst="roundRect">
            <a:avLst>
              <a:gd fmla="val 7802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" name="Google Shape;70;p6"/>
          <p:cNvSpPr/>
          <p:nvPr>
            <p:ph idx="3" type="pic"/>
          </p:nvPr>
        </p:nvSpPr>
        <p:spPr>
          <a:xfrm>
            <a:off x="6752100" y="737775"/>
            <a:ext cx="2164800" cy="1350300"/>
          </a:xfrm>
          <a:prstGeom prst="roundRect">
            <a:avLst>
              <a:gd fmla="val 7802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1" name="Google Shape;71;p6"/>
          <p:cNvSpPr/>
          <p:nvPr>
            <p:ph idx="4" type="pic"/>
          </p:nvPr>
        </p:nvSpPr>
        <p:spPr>
          <a:xfrm>
            <a:off x="4523050" y="2158000"/>
            <a:ext cx="4394100" cy="2282700"/>
          </a:xfrm>
          <a:prstGeom prst="roundRect">
            <a:avLst>
              <a:gd fmla="val 6108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" name="Google Shape;72;p6"/>
          <p:cNvSpPr txBox="1"/>
          <p:nvPr>
            <p:ph idx="1" type="body"/>
          </p:nvPr>
        </p:nvSpPr>
        <p:spPr>
          <a:xfrm>
            <a:off x="233850" y="3127075"/>
            <a:ext cx="2920800" cy="1313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73" name="Google Shape;73;p6"/>
          <p:cNvSpPr txBox="1"/>
          <p:nvPr>
            <p:ph idx="5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74" name="Google Shape;74;p6"/>
          <p:cNvSpPr txBox="1"/>
          <p:nvPr>
            <p:ph idx="6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75" name="Google Shape;75;p6"/>
          <p:cNvSpPr txBox="1"/>
          <p:nvPr>
            <p:ph idx="7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76" name="Google Shape;76;p6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7" name="Google Shape;77;p6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8" name="Google Shape;78;p6"/>
          <p:cNvSpPr txBox="1"/>
          <p:nvPr>
            <p:ph idx="8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79" name="Google Shape;79;p6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0" name="Google Shape;80;p6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ALT 1">
  <p:cSld name="BLANK_1_1_1_1_2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Google Shape;82;p7"/>
          <p:cNvPicPr preferRelativeResize="0"/>
          <p:nvPr/>
        </p:nvPicPr>
        <p:blipFill rotWithShape="1">
          <a:blip r:embed="rId2">
            <a:alphaModFix amt="60000"/>
          </a:blip>
          <a:srcRect b="14588" l="0" r="15469" t="0"/>
          <a:stretch/>
        </p:blipFill>
        <p:spPr>
          <a:xfrm>
            <a:off x="25" y="1172500"/>
            <a:ext cx="5181349" cy="3493250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7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84" name="Google Shape;84;p7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85" name="Google Shape;85;p7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86" name="Google Shape;86;p7"/>
          <p:cNvSpPr txBox="1"/>
          <p:nvPr>
            <p:ph type="title"/>
          </p:nvPr>
        </p:nvSpPr>
        <p:spPr>
          <a:xfrm>
            <a:off x="277500" y="228600"/>
            <a:ext cx="3904500" cy="1162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cxnSp>
        <p:nvCxnSpPr>
          <p:cNvPr id="87" name="Google Shape;87;p7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8" name="Google Shape;88;p7"/>
          <p:cNvSpPr txBox="1"/>
          <p:nvPr>
            <p:ph idx="4" type="subTitle"/>
          </p:nvPr>
        </p:nvSpPr>
        <p:spPr>
          <a:xfrm>
            <a:off x="4744575" y="387150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9" name="Google Shape;89;p7"/>
          <p:cNvSpPr txBox="1"/>
          <p:nvPr>
            <p:ph idx="5" type="subTitle"/>
          </p:nvPr>
        </p:nvSpPr>
        <p:spPr>
          <a:xfrm>
            <a:off x="4744575" y="1066588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90" name="Google Shape;90;p7"/>
          <p:cNvSpPr txBox="1"/>
          <p:nvPr>
            <p:ph idx="6" type="subTitle"/>
          </p:nvPr>
        </p:nvSpPr>
        <p:spPr>
          <a:xfrm>
            <a:off x="4744575" y="1742700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91" name="Google Shape;91;p7"/>
          <p:cNvSpPr txBox="1"/>
          <p:nvPr>
            <p:ph idx="7" type="subTitle"/>
          </p:nvPr>
        </p:nvSpPr>
        <p:spPr>
          <a:xfrm>
            <a:off x="4744575" y="2420513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92" name="Google Shape;92;p7"/>
          <p:cNvSpPr txBox="1"/>
          <p:nvPr>
            <p:ph idx="8" type="subTitle"/>
          </p:nvPr>
        </p:nvSpPr>
        <p:spPr>
          <a:xfrm>
            <a:off x="4744575" y="3098275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93" name="Google Shape;93;p7"/>
          <p:cNvSpPr txBox="1"/>
          <p:nvPr>
            <p:ph idx="9" type="subTitle"/>
          </p:nvPr>
        </p:nvSpPr>
        <p:spPr>
          <a:xfrm>
            <a:off x="4744575" y="3776075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94" name="Google Shape;94;p7"/>
          <p:cNvSpPr txBox="1"/>
          <p:nvPr>
            <p:ph idx="13" type="subTitle"/>
          </p:nvPr>
        </p:nvSpPr>
        <p:spPr>
          <a:xfrm>
            <a:off x="5067075" y="387150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5" name="Google Shape;95;p7"/>
          <p:cNvSpPr txBox="1"/>
          <p:nvPr>
            <p:ph idx="14" type="subTitle"/>
          </p:nvPr>
        </p:nvSpPr>
        <p:spPr>
          <a:xfrm>
            <a:off x="5067075" y="1061588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6" name="Google Shape;96;p7"/>
          <p:cNvSpPr txBox="1"/>
          <p:nvPr>
            <p:ph idx="15" type="subTitle"/>
          </p:nvPr>
        </p:nvSpPr>
        <p:spPr>
          <a:xfrm>
            <a:off x="5067075" y="1739350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7" name="Google Shape;97;p7"/>
          <p:cNvSpPr txBox="1"/>
          <p:nvPr>
            <p:ph idx="16" type="subTitle"/>
          </p:nvPr>
        </p:nvSpPr>
        <p:spPr>
          <a:xfrm>
            <a:off x="5067075" y="2424100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8" name="Google Shape;98;p7"/>
          <p:cNvSpPr txBox="1"/>
          <p:nvPr>
            <p:ph idx="17" type="subTitle"/>
          </p:nvPr>
        </p:nvSpPr>
        <p:spPr>
          <a:xfrm>
            <a:off x="5067075" y="3094938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9" name="Google Shape;99;p7"/>
          <p:cNvSpPr txBox="1"/>
          <p:nvPr>
            <p:ph idx="18" type="subTitle"/>
          </p:nvPr>
        </p:nvSpPr>
        <p:spPr>
          <a:xfrm>
            <a:off x="5067075" y="3765788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0" name="Google Shape;100;p7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01" name="Google Shape;101;p7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02" name="Google Shape;102;p7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s">
  <p:cSld name="BLANK_1_1_1_1_2_1"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8"/>
          <p:cNvSpPr/>
          <p:nvPr>
            <p:ph idx="2" type="pic"/>
          </p:nvPr>
        </p:nvSpPr>
        <p:spPr>
          <a:xfrm>
            <a:off x="4618950" y="228600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05" name="Google Shape;105;p8"/>
          <p:cNvSpPr txBox="1"/>
          <p:nvPr>
            <p:ph idx="1" type="subTitle"/>
          </p:nvPr>
        </p:nvSpPr>
        <p:spPr>
          <a:xfrm>
            <a:off x="4619000" y="1702322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06" name="Google Shape;106;p8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07" name="Google Shape;107;p8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08" name="Google Shape;108;p8"/>
          <p:cNvSpPr txBox="1"/>
          <p:nvPr>
            <p:ph idx="5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09" name="Google Shape;109;p8"/>
          <p:cNvSpPr txBox="1"/>
          <p:nvPr>
            <p:ph type="title"/>
          </p:nvPr>
        </p:nvSpPr>
        <p:spPr>
          <a:xfrm>
            <a:off x="228600" y="234750"/>
            <a:ext cx="3904500" cy="1162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10" name="Google Shape;110;p8"/>
          <p:cNvSpPr txBox="1"/>
          <p:nvPr>
            <p:ph idx="6" type="subTitle"/>
          </p:nvPr>
        </p:nvSpPr>
        <p:spPr>
          <a:xfrm>
            <a:off x="4619000" y="1880160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1" name="Google Shape;111;p8"/>
          <p:cNvSpPr/>
          <p:nvPr>
            <p:ph idx="7" type="pic"/>
          </p:nvPr>
        </p:nvSpPr>
        <p:spPr>
          <a:xfrm>
            <a:off x="6080700" y="228600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12" name="Google Shape;112;p8"/>
          <p:cNvSpPr txBox="1"/>
          <p:nvPr>
            <p:ph idx="8" type="subTitle"/>
          </p:nvPr>
        </p:nvSpPr>
        <p:spPr>
          <a:xfrm>
            <a:off x="6080750" y="1702321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3" name="Google Shape;113;p8"/>
          <p:cNvSpPr txBox="1"/>
          <p:nvPr>
            <p:ph idx="9" type="subTitle"/>
          </p:nvPr>
        </p:nvSpPr>
        <p:spPr>
          <a:xfrm>
            <a:off x="6080750" y="1880160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4" name="Google Shape;114;p8"/>
          <p:cNvSpPr/>
          <p:nvPr>
            <p:ph idx="13" type="pic"/>
          </p:nvPr>
        </p:nvSpPr>
        <p:spPr>
          <a:xfrm>
            <a:off x="7542450" y="228600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15" name="Google Shape;115;p8"/>
          <p:cNvSpPr txBox="1"/>
          <p:nvPr>
            <p:ph idx="14" type="subTitle"/>
          </p:nvPr>
        </p:nvSpPr>
        <p:spPr>
          <a:xfrm>
            <a:off x="7542500" y="1702321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6" name="Google Shape;116;p8"/>
          <p:cNvSpPr txBox="1"/>
          <p:nvPr>
            <p:ph idx="15" type="subTitle"/>
          </p:nvPr>
        </p:nvSpPr>
        <p:spPr>
          <a:xfrm>
            <a:off x="7542500" y="1880160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7" name="Google Shape;117;p8"/>
          <p:cNvSpPr/>
          <p:nvPr>
            <p:ph idx="16" type="pic"/>
          </p:nvPr>
        </p:nvSpPr>
        <p:spPr>
          <a:xfrm>
            <a:off x="4618950" y="2295725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18" name="Google Shape;118;p8"/>
          <p:cNvSpPr txBox="1"/>
          <p:nvPr>
            <p:ph idx="17" type="subTitle"/>
          </p:nvPr>
        </p:nvSpPr>
        <p:spPr>
          <a:xfrm>
            <a:off x="4619000" y="3769446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9" name="Google Shape;119;p8"/>
          <p:cNvSpPr txBox="1"/>
          <p:nvPr>
            <p:ph idx="18" type="subTitle"/>
          </p:nvPr>
        </p:nvSpPr>
        <p:spPr>
          <a:xfrm>
            <a:off x="4619000" y="3947285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20" name="Google Shape;120;p8"/>
          <p:cNvSpPr/>
          <p:nvPr>
            <p:ph idx="19" type="pic"/>
          </p:nvPr>
        </p:nvSpPr>
        <p:spPr>
          <a:xfrm>
            <a:off x="6080700" y="2295725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21" name="Google Shape;121;p8"/>
          <p:cNvSpPr txBox="1"/>
          <p:nvPr>
            <p:ph idx="20" type="subTitle"/>
          </p:nvPr>
        </p:nvSpPr>
        <p:spPr>
          <a:xfrm>
            <a:off x="6080750" y="3769447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22" name="Google Shape;122;p8"/>
          <p:cNvSpPr txBox="1"/>
          <p:nvPr>
            <p:ph idx="21" type="subTitle"/>
          </p:nvPr>
        </p:nvSpPr>
        <p:spPr>
          <a:xfrm>
            <a:off x="6080750" y="3947285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23" name="Google Shape;123;p8"/>
          <p:cNvSpPr/>
          <p:nvPr>
            <p:ph idx="22" type="pic"/>
          </p:nvPr>
        </p:nvSpPr>
        <p:spPr>
          <a:xfrm>
            <a:off x="7542450" y="2295725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24" name="Google Shape;124;p8"/>
          <p:cNvSpPr txBox="1"/>
          <p:nvPr>
            <p:ph idx="23" type="subTitle"/>
          </p:nvPr>
        </p:nvSpPr>
        <p:spPr>
          <a:xfrm>
            <a:off x="7542500" y="3769446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25" name="Google Shape;125;p8"/>
          <p:cNvSpPr txBox="1"/>
          <p:nvPr>
            <p:ph idx="24" type="subTitle"/>
          </p:nvPr>
        </p:nvSpPr>
        <p:spPr>
          <a:xfrm>
            <a:off x="7542500" y="3947285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cxnSp>
        <p:nvCxnSpPr>
          <p:cNvPr id="126" name="Google Shape;126;p8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7" name="Google Shape;127;p8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28" name="Google Shape;128;p8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29" name="Google Shape;129;p8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ALT 2">
  <p:cSld name="BLANK_1_1_1_1_1_1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9"/>
          <p:cNvSpPr/>
          <p:nvPr>
            <p:ph idx="2" type="pic"/>
          </p:nvPr>
        </p:nvSpPr>
        <p:spPr>
          <a:xfrm>
            <a:off x="9425" y="-3075"/>
            <a:ext cx="9144000" cy="4641000"/>
          </a:xfrm>
          <a:prstGeom prst="rect">
            <a:avLst/>
          </a:prstGeom>
          <a:noFill/>
          <a:ln>
            <a:noFill/>
          </a:ln>
        </p:spPr>
      </p:sp>
      <p:sp>
        <p:nvSpPr>
          <p:cNvPr id="132" name="Google Shape;132;p9"/>
          <p:cNvSpPr txBox="1"/>
          <p:nvPr>
            <p:ph type="title"/>
          </p:nvPr>
        </p:nvSpPr>
        <p:spPr>
          <a:xfrm>
            <a:off x="234125" y="3337800"/>
            <a:ext cx="8574600" cy="11148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/>
        </p:txBody>
      </p:sp>
      <p:sp>
        <p:nvSpPr>
          <p:cNvPr id="133" name="Google Shape;133;p9"/>
          <p:cNvSpPr txBox="1"/>
          <p:nvPr>
            <p:ph idx="1" type="subTitle"/>
          </p:nvPr>
        </p:nvSpPr>
        <p:spPr>
          <a:xfrm>
            <a:off x="228600" y="228600"/>
            <a:ext cx="28701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34" name="Google Shape;134;p9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35" name="Google Shape;135;p9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36" name="Google Shape;136;p9"/>
          <p:cNvSpPr txBox="1"/>
          <p:nvPr>
            <p:ph idx="5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137" name="Google Shape;137;p9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8" name="Google Shape;138;p9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39" name="Google Shape;139;p9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40" name="Google Shape;140;p9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rds w/ images">
  <p:cSld name="BLANK_1_1_1_1_1_1_1_1_1_1_3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0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43" name="Google Shape;143;p10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44" name="Google Shape;144;p10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grpSp>
        <p:nvGrpSpPr>
          <p:cNvPr id="145" name="Google Shape;145;p10"/>
          <p:cNvGrpSpPr/>
          <p:nvPr/>
        </p:nvGrpSpPr>
        <p:grpSpPr>
          <a:xfrm rot="5400000">
            <a:off x="8691475" y="228504"/>
            <a:ext cx="228589" cy="228623"/>
            <a:chOff x="1688332" y="4135245"/>
            <a:chExt cx="338700" cy="338700"/>
          </a:xfrm>
        </p:grpSpPr>
        <p:sp>
          <p:nvSpPr>
            <p:cNvPr id="146" name="Google Shape;146;p10"/>
            <p:cNvSpPr/>
            <p:nvPr/>
          </p:nvSpPr>
          <p:spPr>
            <a:xfrm rot="-5400000">
              <a:off x="1688332" y="4135245"/>
              <a:ext cx="338700" cy="338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grpSp>
          <p:nvGrpSpPr>
            <p:cNvPr id="147" name="Google Shape;147;p10"/>
            <p:cNvGrpSpPr/>
            <p:nvPr/>
          </p:nvGrpSpPr>
          <p:grpSpPr>
            <a:xfrm rot="-5400000">
              <a:off x="1787014" y="4262191"/>
              <a:ext cx="169598" cy="84809"/>
              <a:chOff x="498725" y="2069800"/>
              <a:chExt cx="205200" cy="102600"/>
            </a:xfrm>
          </p:grpSpPr>
          <p:cxnSp>
            <p:nvCxnSpPr>
              <p:cNvPr id="148" name="Google Shape;148;p10"/>
              <p:cNvCxnSpPr/>
              <p:nvPr/>
            </p:nvCxnSpPr>
            <p:spPr>
              <a:xfrm>
                <a:off x="498725" y="2069800"/>
                <a:ext cx="102600" cy="1026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1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149" name="Google Shape;149;p10"/>
              <p:cNvCxnSpPr/>
              <p:nvPr/>
            </p:nvCxnSpPr>
            <p:spPr>
              <a:xfrm flipH="1">
                <a:off x="601325" y="2069800"/>
                <a:ext cx="102600" cy="1026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1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</p:grpSp>
      </p:grpSp>
      <p:sp>
        <p:nvSpPr>
          <p:cNvPr id="150" name="Google Shape;150;p10"/>
          <p:cNvSpPr/>
          <p:nvPr>
            <p:ph idx="4" type="pic"/>
          </p:nvPr>
        </p:nvSpPr>
        <p:spPr>
          <a:xfrm>
            <a:off x="4267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151" name="Google Shape;151;p10"/>
          <p:cNvSpPr txBox="1"/>
          <p:nvPr>
            <p:ph idx="5" type="subTitle"/>
          </p:nvPr>
        </p:nvSpPr>
        <p:spPr>
          <a:xfrm>
            <a:off x="426700" y="2708802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2" name="Google Shape;152;p10"/>
          <p:cNvSpPr txBox="1"/>
          <p:nvPr>
            <p:ph idx="6" type="subTitle"/>
          </p:nvPr>
        </p:nvSpPr>
        <p:spPr>
          <a:xfrm>
            <a:off x="426700" y="2936076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3" name="Google Shape;153;p10"/>
          <p:cNvSpPr txBox="1"/>
          <p:nvPr>
            <p:ph idx="7" type="body"/>
          </p:nvPr>
        </p:nvSpPr>
        <p:spPr>
          <a:xfrm>
            <a:off x="426700" y="3251425"/>
            <a:ext cx="17619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154" name="Google Shape;154;p10"/>
          <p:cNvSpPr/>
          <p:nvPr>
            <p:ph idx="8" type="pic"/>
          </p:nvPr>
        </p:nvSpPr>
        <p:spPr>
          <a:xfrm>
            <a:off x="26218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155" name="Google Shape;155;p10"/>
          <p:cNvSpPr txBox="1"/>
          <p:nvPr>
            <p:ph idx="9" type="subTitle"/>
          </p:nvPr>
        </p:nvSpPr>
        <p:spPr>
          <a:xfrm>
            <a:off x="2621800" y="2708807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6" name="Google Shape;156;p10"/>
          <p:cNvSpPr txBox="1"/>
          <p:nvPr>
            <p:ph idx="13" type="subTitle"/>
          </p:nvPr>
        </p:nvSpPr>
        <p:spPr>
          <a:xfrm>
            <a:off x="2621800" y="2936075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7" name="Google Shape;157;p10"/>
          <p:cNvSpPr txBox="1"/>
          <p:nvPr>
            <p:ph idx="14" type="body"/>
          </p:nvPr>
        </p:nvSpPr>
        <p:spPr>
          <a:xfrm>
            <a:off x="2621800" y="3251425"/>
            <a:ext cx="17058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158" name="Google Shape;158;p10"/>
          <p:cNvSpPr/>
          <p:nvPr>
            <p:ph idx="15" type="pic"/>
          </p:nvPr>
        </p:nvSpPr>
        <p:spPr>
          <a:xfrm>
            <a:off x="48169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159" name="Google Shape;159;p10"/>
          <p:cNvSpPr txBox="1"/>
          <p:nvPr>
            <p:ph idx="16" type="subTitle"/>
          </p:nvPr>
        </p:nvSpPr>
        <p:spPr>
          <a:xfrm>
            <a:off x="4816900" y="2708808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60" name="Google Shape;160;p10"/>
          <p:cNvSpPr txBox="1"/>
          <p:nvPr>
            <p:ph idx="17" type="subTitle"/>
          </p:nvPr>
        </p:nvSpPr>
        <p:spPr>
          <a:xfrm>
            <a:off x="4816900" y="2936076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61" name="Google Shape;161;p10"/>
          <p:cNvSpPr txBox="1"/>
          <p:nvPr>
            <p:ph idx="18" type="body"/>
          </p:nvPr>
        </p:nvSpPr>
        <p:spPr>
          <a:xfrm>
            <a:off x="4817025" y="3251425"/>
            <a:ext cx="17619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162" name="Google Shape;162;p10"/>
          <p:cNvSpPr/>
          <p:nvPr>
            <p:ph idx="19" type="pic"/>
          </p:nvPr>
        </p:nvSpPr>
        <p:spPr>
          <a:xfrm>
            <a:off x="70120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163" name="Google Shape;163;p10"/>
          <p:cNvSpPr txBox="1"/>
          <p:nvPr>
            <p:ph idx="20" type="subTitle"/>
          </p:nvPr>
        </p:nvSpPr>
        <p:spPr>
          <a:xfrm>
            <a:off x="7012000" y="2708807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64" name="Google Shape;164;p10"/>
          <p:cNvSpPr txBox="1"/>
          <p:nvPr>
            <p:ph idx="21" type="subTitle"/>
          </p:nvPr>
        </p:nvSpPr>
        <p:spPr>
          <a:xfrm>
            <a:off x="7012000" y="2936076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65" name="Google Shape;165;p10"/>
          <p:cNvSpPr txBox="1"/>
          <p:nvPr>
            <p:ph idx="22" type="body"/>
          </p:nvPr>
        </p:nvSpPr>
        <p:spPr>
          <a:xfrm>
            <a:off x="7012000" y="3251425"/>
            <a:ext cx="17619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cxnSp>
        <p:nvCxnSpPr>
          <p:cNvPr id="166" name="Google Shape;166;p10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67" name="Google Shape;167;p10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68" name="Google Shape;168;p10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69" name="Google Shape;169;p10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hort big title and body">
  <p:cSld name="BLANK_1_1_1_1_1_1_1_1_1_1_2"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Oval black shapes against a shadowy background. " id="171" name="Google Shape;171;p11"/>
          <p:cNvPicPr preferRelativeResize="0"/>
          <p:nvPr/>
        </p:nvPicPr>
        <p:blipFill rotWithShape="1">
          <a:blip r:embed="rId2">
            <a:alphaModFix/>
          </a:blip>
          <a:srcRect b="42245" l="17241" r="25039" t="35"/>
          <a:stretch/>
        </p:blipFill>
        <p:spPr>
          <a:xfrm>
            <a:off x="0" y="-289"/>
            <a:ext cx="9144000" cy="5144100"/>
          </a:xfrm>
          <a:prstGeom prst="roundRect">
            <a:avLst>
              <a:gd fmla="val 0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2" name="Google Shape;172;p11"/>
          <p:cNvSpPr txBox="1"/>
          <p:nvPr>
            <p:ph idx="1" type="subTitle"/>
          </p:nvPr>
        </p:nvSpPr>
        <p:spPr>
          <a:xfrm>
            <a:off x="4314775" y="3818375"/>
            <a:ext cx="4230600" cy="452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73" name="Google Shape;173;p11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74" name="Google Shape;174;p11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75" name="Google Shape;175;p11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76" name="Google Shape;176;p11"/>
          <p:cNvSpPr txBox="1"/>
          <p:nvPr>
            <p:ph type="title"/>
          </p:nvPr>
        </p:nvSpPr>
        <p:spPr>
          <a:xfrm>
            <a:off x="228600" y="290448"/>
            <a:ext cx="3655800" cy="24075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9pPr>
          </a:lstStyle>
          <a:p/>
        </p:txBody>
      </p:sp>
      <p:cxnSp>
        <p:nvCxnSpPr>
          <p:cNvPr id="177" name="Google Shape;177;p11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8" name="Google Shape;178;p11"/>
          <p:cNvCxnSpPr/>
          <p:nvPr/>
        </p:nvCxnSpPr>
        <p:spPr>
          <a:xfrm>
            <a:off x="4159025" y="226100"/>
            <a:ext cx="0" cy="44577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9" name="Google Shape;179;p11"/>
          <p:cNvCxnSpPr/>
          <p:nvPr/>
        </p:nvCxnSpPr>
        <p:spPr>
          <a:xfrm>
            <a:off x="228600" y="226100"/>
            <a:ext cx="86871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80" name="Google Shape;180;p11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81" name="Google Shape;181;p11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82" name="Google Shape;182;p11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ALT 2">
  <p:cSld name="BLANK_1_1_1_1_1_1_1_1_1_1_1_1_2"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2"/>
          <p:cNvSpPr txBox="1"/>
          <p:nvPr>
            <p:ph idx="1" type="body"/>
          </p:nvPr>
        </p:nvSpPr>
        <p:spPr>
          <a:xfrm>
            <a:off x="228600" y="1743625"/>
            <a:ext cx="4296600" cy="2709000"/>
          </a:xfrm>
          <a:prstGeom prst="rect">
            <a:avLst/>
          </a:prstGeom>
        </p:spPr>
        <p:txBody>
          <a:bodyPr anchorCtr="0" anchor="b" bIns="91425" lIns="0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2pPr>
            <a:lvl3pPr indent="-317500" lvl="2" marL="1371600">
              <a:spcBef>
                <a:spcPts val="800"/>
              </a:spcBef>
              <a:spcAft>
                <a:spcPts val="0"/>
              </a:spcAft>
              <a:buSzPts val="1400"/>
              <a:buChar char="■"/>
              <a:defRPr sz="1400"/>
            </a:lvl3pPr>
            <a:lvl4pPr indent="-317500" lvl="3" marL="1828800">
              <a:spcBef>
                <a:spcPts val="800"/>
              </a:spcBef>
              <a:spcAft>
                <a:spcPts val="0"/>
              </a:spcAft>
              <a:buSzPts val="1400"/>
              <a:buChar char="●"/>
              <a:defRPr sz="1400"/>
            </a:lvl4pPr>
            <a:lvl5pPr indent="-317500" lvl="4" marL="22860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5pPr>
            <a:lvl6pPr indent="-317500" lvl="5" marL="2743200">
              <a:spcBef>
                <a:spcPts val="800"/>
              </a:spcBef>
              <a:spcAft>
                <a:spcPts val="0"/>
              </a:spcAft>
              <a:buSzPts val="1400"/>
              <a:buChar char="■"/>
              <a:defRPr sz="1400"/>
            </a:lvl6pPr>
            <a:lvl7pPr indent="-317500" lvl="6" marL="3200400">
              <a:spcBef>
                <a:spcPts val="800"/>
              </a:spcBef>
              <a:spcAft>
                <a:spcPts val="0"/>
              </a:spcAft>
              <a:buSzPts val="1400"/>
              <a:buChar char="●"/>
              <a:defRPr sz="1400"/>
            </a:lvl7pPr>
            <a:lvl8pPr indent="-317500" lvl="7" marL="36576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8pPr>
            <a:lvl9pPr indent="-317500" lvl="8" marL="4114800">
              <a:spcBef>
                <a:spcPts val="800"/>
              </a:spcBef>
              <a:spcAft>
                <a:spcPts val="800"/>
              </a:spcAft>
              <a:buSzPts val="1400"/>
              <a:buChar char="■"/>
              <a:defRPr sz="1400"/>
            </a:lvl9pPr>
          </a:lstStyle>
          <a:p/>
        </p:txBody>
      </p:sp>
      <p:sp>
        <p:nvSpPr>
          <p:cNvPr id="185" name="Google Shape;185;p12"/>
          <p:cNvSpPr/>
          <p:nvPr>
            <p:ph idx="2" type="pic"/>
          </p:nvPr>
        </p:nvSpPr>
        <p:spPr>
          <a:xfrm>
            <a:off x="5342000" y="457200"/>
            <a:ext cx="3573300" cy="3995400"/>
          </a:xfrm>
          <a:prstGeom prst="roundRect">
            <a:avLst>
              <a:gd fmla="val 6865" name="adj"/>
            </a:avLst>
          </a:prstGeom>
          <a:noFill/>
          <a:ln>
            <a:noFill/>
          </a:ln>
        </p:spPr>
      </p:sp>
      <p:sp>
        <p:nvSpPr>
          <p:cNvPr id="186" name="Google Shape;186;p12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87" name="Google Shape;187;p12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88" name="Google Shape;188;p12"/>
          <p:cNvSpPr txBox="1"/>
          <p:nvPr>
            <p:ph idx="5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89" name="Google Shape;189;p12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90" name="Google Shape;190;p12"/>
          <p:cNvSpPr txBox="1"/>
          <p:nvPr>
            <p:ph type="title"/>
          </p:nvPr>
        </p:nvSpPr>
        <p:spPr>
          <a:xfrm>
            <a:off x="228600" y="613525"/>
            <a:ext cx="4296600" cy="1162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/>
        </p:txBody>
      </p:sp>
      <p:cxnSp>
        <p:nvCxnSpPr>
          <p:cNvPr id="191" name="Google Shape;191;p12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92" name="Google Shape;192;p12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93" name="Google Shape;193;p12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94" name="Google Shape;194;p12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cards">
  <p:cSld name="CUSTOM_1"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3"/>
          <p:cNvSpPr txBox="1"/>
          <p:nvPr>
            <p:ph type="title"/>
          </p:nvPr>
        </p:nvSpPr>
        <p:spPr>
          <a:xfrm>
            <a:off x="3386700" y="489887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97" name="Google Shape;197;p13"/>
          <p:cNvSpPr txBox="1"/>
          <p:nvPr>
            <p:ph idx="1" type="subTitle"/>
          </p:nvPr>
        </p:nvSpPr>
        <p:spPr>
          <a:xfrm>
            <a:off x="3386700" y="690369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98" name="Google Shape;198;p13"/>
          <p:cNvSpPr txBox="1"/>
          <p:nvPr>
            <p:ph idx="2" type="subTitle"/>
          </p:nvPr>
        </p:nvSpPr>
        <p:spPr>
          <a:xfrm>
            <a:off x="3386700" y="1070875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99" name="Google Shape;199;p13"/>
          <p:cNvSpPr txBox="1"/>
          <p:nvPr>
            <p:ph idx="3" type="title"/>
          </p:nvPr>
        </p:nvSpPr>
        <p:spPr>
          <a:xfrm>
            <a:off x="6307650" y="482616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00" name="Google Shape;200;p13"/>
          <p:cNvSpPr txBox="1"/>
          <p:nvPr>
            <p:ph idx="4" type="subTitle"/>
          </p:nvPr>
        </p:nvSpPr>
        <p:spPr>
          <a:xfrm>
            <a:off x="6307650" y="690369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01" name="Google Shape;201;p13"/>
          <p:cNvSpPr txBox="1"/>
          <p:nvPr>
            <p:ph idx="5" type="subTitle"/>
          </p:nvPr>
        </p:nvSpPr>
        <p:spPr>
          <a:xfrm>
            <a:off x="6307650" y="1070875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02" name="Google Shape;202;p13"/>
          <p:cNvSpPr txBox="1"/>
          <p:nvPr>
            <p:ph idx="6" type="title"/>
          </p:nvPr>
        </p:nvSpPr>
        <p:spPr>
          <a:xfrm>
            <a:off x="233850" y="228600"/>
            <a:ext cx="21900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03" name="Google Shape;203;p13"/>
          <p:cNvSpPr txBox="1"/>
          <p:nvPr>
            <p:ph idx="7" type="subTitle"/>
          </p:nvPr>
        </p:nvSpPr>
        <p:spPr>
          <a:xfrm>
            <a:off x="3482800" y="4057204"/>
            <a:ext cx="1076100" cy="16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04" name="Google Shape;204;p13"/>
          <p:cNvSpPr txBox="1"/>
          <p:nvPr>
            <p:ph idx="8" type="subTitle"/>
          </p:nvPr>
        </p:nvSpPr>
        <p:spPr>
          <a:xfrm>
            <a:off x="6405300" y="4057079"/>
            <a:ext cx="1076100" cy="16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05" name="Google Shape;205;p13"/>
          <p:cNvSpPr txBox="1"/>
          <p:nvPr>
            <p:ph idx="9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06" name="Google Shape;206;p13"/>
          <p:cNvSpPr txBox="1"/>
          <p:nvPr>
            <p:ph idx="1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07" name="Google Shape;207;p13"/>
          <p:cNvSpPr txBox="1"/>
          <p:nvPr>
            <p:ph idx="1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208" name="Google Shape;208;p13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209" name="Google Shape;209;p13"/>
          <p:cNvGrpSpPr/>
          <p:nvPr/>
        </p:nvGrpSpPr>
        <p:grpSpPr>
          <a:xfrm rot="-5400000">
            <a:off x="4794488" y="4206993"/>
            <a:ext cx="141588" cy="73485"/>
            <a:chOff x="498725" y="2069800"/>
            <a:chExt cx="205200" cy="106500"/>
          </a:xfrm>
        </p:grpSpPr>
        <p:cxnSp>
          <p:nvCxnSpPr>
            <p:cNvPr id="210" name="Google Shape;210;p13"/>
            <p:cNvCxnSpPr/>
            <p:nvPr/>
          </p:nvCxnSpPr>
          <p:spPr>
            <a:xfrm flipH="1" rot="-5400000">
              <a:off x="498725" y="2069800"/>
              <a:ext cx="103500" cy="10350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11" name="Google Shape;211;p13"/>
            <p:cNvCxnSpPr/>
            <p:nvPr/>
          </p:nvCxnSpPr>
          <p:spPr>
            <a:xfrm rot="5400000">
              <a:off x="596825" y="2069200"/>
              <a:ext cx="106500" cy="10770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212" name="Google Shape;212;p13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13" name="Google Shape;213;p13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14" name="Google Shape;214;p13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cards">
  <p:cSld name="CUSTOM_1_1"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4"/>
          <p:cNvSpPr txBox="1"/>
          <p:nvPr>
            <p:ph type="title"/>
          </p:nvPr>
        </p:nvSpPr>
        <p:spPr>
          <a:xfrm>
            <a:off x="233850" y="228600"/>
            <a:ext cx="21900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/>
        </p:txBody>
      </p:sp>
      <p:sp>
        <p:nvSpPr>
          <p:cNvPr id="217" name="Google Shape;217;p14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18" name="Google Shape;218;p14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19" name="Google Shape;219;p14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220" name="Google Shape;220;p14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21" name="Google Shape;221;p14"/>
          <p:cNvSpPr txBox="1"/>
          <p:nvPr>
            <p:ph idx="4" type="title"/>
          </p:nvPr>
        </p:nvSpPr>
        <p:spPr>
          <a:xfrm>
            <a:off x="3379125" y="491100"/>
            <a:ext cx="14613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22" name="Google Shape;222;p14"/>
          <p:cNvSpPr txBox="1"/>
          <p:nvPr>
            <p:ph idx="5" type="subTitle"/>
          </p:nvPr>
        </p:nvSpPr>
        <p:spPr>
          <a:xfrm>
            <a:off x="3379125" y="691577"/>
            <a:ext cx="15495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23" name="Google Shape;223;p14"/>
          <p:cNvSpPr txBox="1"/>
          <p:nvPr>
            <p:ph idx="6" type="subTitle"/>
          </p:nvPr>
        </p:nvSpPr>
        <p:spPr>
          <a:xfrm>
            <a:off x="3379123" y="107207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24" name="Google Shape;224;p14"/>
          <p:cNvSpPr txBox="1"/>
          <p:nvPr>
            <p:ph idx="7" type="title"/>
          </p:nvPr>
        </p:nvSpPr>
        <p:spPr>
          <a:xfrm>
            <a:off x="6318039" y="491100"/>
            <a:ext cx="14613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25" name="Google Shape;225;p14"/>
          <p:cNvSpPr txBox="1"/>
          <p:nvPr>
            <p:ph idx="8" type="subTitle"/>
          </p:nvPr>
        </p:nvSpPr>
        <p:spPr>
          <a:xfrm>
            <a:off x="6318039" y="691577"/>
            <a:ext cx="15495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26" name="Google Shape;226;p14"/>
          <p:cNvSpPr txBox="1"/>
          <p:nvPr>
            <p:ph idx="9" type="subTitle"/>
          </p:nvPr>
        </p:nvSpPr>
        <p:spPr>
          <a:xfrm>
            <a:off x="6318036" y="107207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27" name="Google Shape;227;p14"/>
          <p:cNvSpPr txBox="1"/>
          <p:nvPr>
            <p:ph idx="13" type="title"/>
          </p:nvPr>
        </p:nvSpPr>
        <p:spPr>
          <a:xfrm>
            <a:off x="6318039" y="2655740"/>
            <a:ext cx="14613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28" name="Google Shape;228;p14"/>
          <p:cNvSpPr txBox="1"/>
          <p:nvPr>
            <p:ph idx="14" type="subTitle"/>
          </p:nvPr>
        </p:nvSpPr>
        <p:spPr>
          <a:xfrm>
            <a:off x="6318039" y="2856216"/>
            <a:ext cx="15495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29" name="Google Shape;229;p14"/>
          <p:cNvSpPr txBox="1"/>
          <p:nvPr>
            <p:ph idx="15" type="subTitle"/>
          </p:nvPr>
        </p:nvSpPr>
        <p:spPr>
          <a:xfrm>
            <a:off x="6318036" y="323671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30" name="Google Shape;230;p14"/>
          <p:cNvSpPr txBox="1"/>
          <p:nvPr>
            <p:ph idx="16" type="title"/>
          </p:nvPr>
        </p:nvSpPr>
        <p:spPr>
          <a:xfrm>
            <a:off x="3379125" y="2655740"/>
            <a:ext cx="14613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31" name="Google Shape;231;p14"/>
          <p:cNvSpPr txBox="1"/>
          <p:nvPr>
            <p:ph idx="17" type="subTitle"/>
          </p:nvPr>
        </p:nvSpPr>
        <p:spPr>
          <a:xfrm>
            <a:off x="3379125" y="2856216"/>
            <a:ext cx="15495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32" name="Google Shape;232;p14"/>
          <p:cNvSpPr txBox="1"/>
          <p:nvPr>
            <p:ph idx="18" type="subTitle"/>
          </p:nvPr>
        </p:nvSpPr>
        <p:spPr>
          <a:xfrm>
            <a:off x="3379123" y="323671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33" name="Google Shape;233;p14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34" name="Google Shape;234;p14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35" name="Google Shape;235;p14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meline">
  <p:cSld name="CUSTOM_7_1_1_1_1_1_1_1_1_1_1_1_1_1_1_1_1_1"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Google Shape;237;p15"/>
          <p:cNvPicPr preferRelativeResize="0"/>
          <p:nvPr/>
        </p:nvPicPr>
        <p:blipFill rotWithShape="1">
          <a:blip r:embed="rId2">
            <a:alphaModFix/>
          </a:blip>
          <a:srcRect b="14588" l="0" r="15469" t="0"/>
          <a:stretch/>
        </p:blipFill>
        <p:spPr>
          <a:xfrm flipH="1">
            <a:off x="4571999" y="2061075"/>
            <a:ext cx="4572001" cy="308242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38" name="Google Shape;238;p15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15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40" name="Google Shape;240;p15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41" name="Google Shape;241;p15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42" name="Google Shape;242;p15"/>
          <p:cNvSpPr txBox="1"/>
          <p:nvPr>
            <p:ph idx="4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43" name="Google Shape;243;p15"/>
          <p:cNvSpPr txBox="1"/>
          <p:nvPr>
            <p:ph type="title"/>
          </p:nvPr>
        </p:nvSpPr>
        <p:spPr>
          <a:xfrm>
            <a:off x="355225" y="1775475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44" name="Google Shape;244;p15"/>
          <p:cNvSpPr txBox="1"/>
          <p:nvPr>
            <p:ph idx="5" type="subTitle"/>
          </p:nvPr>
        </p:nvSpPr>
        <p:spPr>
          <a:xfrm>
            <a:off x="355225" y="2161825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45" name="Google Shape;245;p15"/>
          <p:cNvSpPr txBox="1"/>
          <p:nvPr>
            <p:ph idx="6" type="body"/>
          </p:nvPr>
        </p:nvSpPr>
        <p:spPr>
          <a:xfrm>
            <a:off x="355225" y="2465025"/>
            <a:ext cx="1826700" cy="477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46" name="Google Shape;246;p15"/>
          <p:cNvSpPr txBox="1"/>
          <p:nvPr>
            <p:ph idx="7" type="title"/>
          </p:nvPr>
        </p:nvSpPr>
        <p:spPr>
          <a:xfrm>
            <a:off x="2543875" y="1775475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47" name="Google Shape;247;p15"/>
          <p:cNvSpPr txBox="1"/>
          <p:nvPr>
            <p:ph idx="8" type="subTitle"/>
          </p:nvPr>
        </p:nvSpPr>
        <p:spPr>
          <a:xfrm>
            <a:off x="2543875" y="2161825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48" name="Google Shape;248;p15"/>
          <p:cNvSpPr txBox="1"/>
          <p:nvPr>
            <p:ph idx="9" type="body"/>
          </p:nvPr>
        </p:nvSpPr>
        <p:spPr>
          <a:xfrm>
            <a:off x="2543875" y="2465025"/>
            <a:ext cx="1826700" cy="477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49" name="Google Shape;249;p15"/>
          <p:cNvSpPr txBox="1"/>
          <p:nvPr>
            <p:ph idx="13" type="title"/>
          </p:nvPr>
        </p:nvSpPr>
        <p:spPr>
          <a:xfrm>
            <a:off x="4745500" y="1775475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50" name="Google Shape;250;p15"/>
          <p:cNvSpPr txBox="1"/>
          <p:nvPr>
            <p:ph idx="14" type="subTitle"/>
          </p:nvPr>
        </p:nvSpPr>
        <p:spPr>
          <a:xfrm>
            <a:off x="4745500" y="2161825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51" name="Google Shape;251;p15"/>
          <p:cNvSpPr txBox="1"/>
          <p:nvPr>
            <p:ph idx="15" type="body"/>
          </p:nvPr>
        </p:nvSpPr>
        <p:spPr>
          <a:xfrm>
            <a:off x="4745400" y="2465025"/>
            <a:ext cx="1826700" cy="477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52" name="Google Shape;252;p15"/>
          <p:cNvSpPr txBox="1"/>
          <p:nvPr>
            <p:ph idx="16" type="title"/>
          </p:nvPr>
        </p:nvSpPr>
        <p:spPr>
          <a:xfrm>
            <a:off x="6942300" y="1775475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53" name="Google Shape;253;p15"/>
          <p:cNvSpPr txBox="1"/>
          <p:nvPr>
            <p:ph idx="17" type="subTitle"/>
          </p:nvPr>
        </p:nvSpPr>
        <p:spPr>
          <a:xfrm>
            <a:off x="6942300" y="2161825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54" name="Google Shape;254;p15"/>
          <p:cNvSpPr txBox="1"/>
          <p:nvPr>
            <p:ph idx="18" type="body"/>
          </p:nvPr>
        </p:nvSpPr>
        <p:spPr>
          <a:xfrm>
            <a:off x="6942300" y="2465025"/>
            <a:ext cx="1791600" cy="477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55" name="Google Shape;255;p15"/>
          <p:cNvSpPr txBox="1"/>
          <p:nvPr>
            <p:ph idx="19" type="title"/>
          </p:nvPr>
        </p:nvSpPr>
        <p:spPr>
          <a:xfrm>
            <a:off x="228600" y="613525"/>
            <a:ext cx="3904500" cy="864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56" name="Google Shape;256;p15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57" name="Google Shape;257;p15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58" name="Google Shape;258;p15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ers">
  <p:cSld name="CUSTOM"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6"/>
          <p:cNvSpPr txBox="1"/>
          <p:nvPr>
            <p:ph idx="1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261" name="Google Shape;261;p16"/>
          <p:cNvCxnSpPr/>
          <p:nvPr/>
        </p:nvCxnSpPr>
        <p:spPr>
          <a:xfrm>
            <a:off x="228450" y="2061025"/>
            <a:ext cx="86871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62" name="Google Shape;262;p16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63" name="Google Shape;263;p16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64" name="Google Shape;264;p16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265" name="Google Shape;265;p16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66" name="Google Shape;266;p16"/>
          <p:cNvSpPr txBox="1"/>
          <p:nvPr>
            <p:ph type="title"/>
          </p:nvPr>
        </p:nvSpPr>
        <p:spPr>
          <a:xfrm>
            <a:off x="228600" y="369300"/>
            <a:ext cx="6480300" cy="5877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/>
        </p:txBody>
      </p:sp>
      <p:sp>
        <p:nvSpPr>
          <p:cNvPr id="267" name="Google Shape;267;p16"/>
          <p:cNvSpPr/>
          <p:nvPr>
            <p:ph idx="5" type="pic"/>
          </p:nvPr>
        </p:nvSpPr>
        <p:spPr>
          <a:xfrm>
            <a:off x="3795900" y="2682425"/>
            <a:ext cx="1458300" cy="1458300"/>
          </a:xfrm>
          <a:prstGeom prst="ellipse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8" name="Google Shape;268;p16"/>
          <p:cNvSpPr txBox="1"/>
          <p:nvPr>
            <p:ph idx="6" type="body"/>
          </p:nvPr>
        </p:nvSpPr>
        <p:spPr>
          <a:xfrm>
            <a:off x="5871500" y="2468775"/>
            <a:ext cx="2864700" cy="6765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69" name="Google Shape;269;p16"/>
          <p:cNvSpPr txBox="1"/>
          <p:nvPr>
            <p:ph idx="7" type="body"/>
          </p:nvPr>
        </p:nvSpPr>
        <p:spPr>
          <a:xfrm>
            <a:off x="5871500" y="3553025"/>
            <a:ext cx="2864700" cy="696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indent="-3048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indent="-3048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indent="-3048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indent="-3048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indent="-3048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indent="-3048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indent="-3048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indent="-3048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indent="-3048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70" name="Google Shape;270;p16"/>
          <p:cNvSpPr txBox="1"/>
          <p:nvPr>
            <p:ph idx="8" type="subTitle"/>
          </p:nvPr>
        </p:nvSpPr>
        <p:spPr>
          <a:xfrm>
            <a:off x="238800" y="2720113"/>
            <a:ext cx="2824500" cy="145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71" name="Google Shape;271;p16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72" name="Google Shape;272;p16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73" name="Google Shape;273;p16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raphics">
  <p:cSld name="CUSTOM_2"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7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76" name="Google Shape;276;p17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77" name="Google Shape;277;p17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278" name="Google Shape;278;p17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79" name="Google Shape;279;p17"/>
          <p:cNvSpPr/>
          <p:nvPr/>
        </p:nvSpPr>
        <p:spPr>
          <a:xfrm>
            <a:off x="228600" y="1395962"/>
            <a:ext cx="2101200" cy="3054000"/>
          </a:xfrm>
          <a:prstGeom prst="roundRect">
            <a:avLst>
              <a:gd fmla="val 9631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80" name="Google Shape;280;p17"/>
          <p:cNvSpPr/>
          <p:nvPr/>
        </p:nvSpPr>
        <p:spPr>
          <a:xfrm>
            <a:off x="2423700" y="1395962"/>
            <a:ext cx="3198600" cy="3054000"/>
          </a:xfrm>
          <a:prstGeom prst="roundRect">
            <a:avLst>
              <a:gd fmla="val 674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81" name="Google Shape;281;p17"/>
          <p:cNvSpPr/>
          <p:nvPr/>
        </p:nvSpPr>
        <p:spPr>
          <a:xfrm>
            <a:off x="5716850" y="1395962"/>
            <a:ext cx="3198600" cy="1758300"/>
          </a:xfrm>
          <a:prstGeom prst="roundRect">
            <a:avLst>
              <a:gd fmla="val 963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82" name="Google Shape;282;p17"/>
          <p:cNvSpPr/>
          <p:nvPr/>
        </p:nvSpPr>
        <p:spPr>
          <a:xfrm>
            <a:off x="5716200" y="3231390"/>
            <a:ext cx="3198600" cy="1217400"/>
          </a:xfrm>
          <a:prstGeom prst="roundRect">
            <a:avLst>
              <a:gd fmla="val 1360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83" name="Google Shape;283;p17"/>
          <p:cNvSpPr/>
          <p:nvPr>
            <p:ph idx="4" type="pic"/>
          </p:nvPr>
        </p:nvSpPr>
        <p:spPr>
          <a:xfrm>
            <a:off x="381950" y="993050"/>
            <a:ext cx="850500" cy="850500"/>
          </a:xfrm>
          <a:prstGeom prst="ellipse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4" name="Google Shape;284;p17"/>
          <p:cNvSpPr txBox="1"/>
          <p:nvPr>
            <p:ph idx="5" type="subTitle"/>
          </p:nvPr>
        </p:nvSpPr>
        <p:spPr>
          <a:xfrm>
            <a:off x="381950" y="2062875"/>
            <a:ext cx="1786500" cy="236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Urbanist"/>
              <a:buNone/>
              <a:defRPr b="1" sz="12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85" name="Google Shape;285;p17"/>
          <p:cNvSpPr txBox="1"/>
          <p:nvPr>
            <p:ph idx="6" type="body"/>
          </p:nvPr>
        </p:nvSpPr>
        <p:spPr>
          <a:xfrm>
            <a:off x="381950" y="2453500"/>
            <a:ext cx="1786500" cy="1536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86" name="Google Shape;286;p17"/>
          <p:cNvSpPr txBox="1"/>
          <p:nvPr>
            <p:ph idx="7" type="subTitle"/>
          </p:nvPr>
        </p:nvSpPr>
        <p:spPr>
          <a:xfrm>
            <a:off x="2580250" y="1528150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87" name="Google Shape;287;p17"/>
          <p:cNvSpPr txBox="1"/>
          <p:nvPr>
            <p:ph idx="8" type="body"/>
          </p:nvPr>
        </p:nvSpPr>
        <p:spPr>
          <a:xfrm>
            <a:off x="2580250" y="1791652"/>
            <a:ext cx="2911500" cy="610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/>
        </p:txBody>
      </p:sp>
      <p:cxnSp>
        <p:nvCxnSpPr>
          <p:cNvPr id="288" name="Google Shape;288;p17"/>
          <p:cNvCxnSpPr/>
          <p:nvPr/>
        </p:nvCxnSpPr>
        <p:spPr>
          <a:xfrm>
            <a:off x="2423700" y="2531312"/>
            <a:ext cx="31944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17"/>
          <p:cNvCxnSpPr/>
          <p:nvPr/>
        </p:nvCxnSpPr>
        <p:spPr>
          <a:xfrm>
            <a:off x="2423700" y="3583537"/>
            <a:ext cx="31944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90" name="Google Shape;290;p17"/>
          <p:cNvSpPr txBox="1"/>
          <p:nvPr>
            <p:ph idx="9" type="subTitle"/>
          </p:nvPr>
        </p:nvSpPr>
        <p:spPr>
          <a:xfrm>
            <a:off x="2580250" y="2660457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91" name="Google Shape;291;p17"/>
          <p:cNvSpPr txBox="1"/>
          <p:nvPr>
            <p:ph idx="13" type="body"/>
          </p:nvPr>
        </p:nvSpPr>
        <p:spPr>
          <a:xfrm>
            <a:off x="2580250" y="2931046"/>
            <a:ext cx="2911500" cy="610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292" name="Google Shape;292;p17"/>
          <p:cNvSpPr/>
          <p:nvPr/>
        </p:nvSpPr>
        <p:spPr>
          <a:xfrm flipH="1">
            <a:off x="2600988" y="3992942"/>
            <a:ext cx="681000" cy="273600"/>
          </a:xfrm>
          <a:prstGeom prst="roundRect">
            <a:avLst>
              <a:gd fmla="val 50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t/>
            </a:r>
            <a:endParaRPr b="1" sz="800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93" name="Google Shape;293;p17"/>
          <p:cNvSpPr/>
          <p:nvPr/>
        </p:nvSpPr>
        <p:spPr>
          <a:xfrm flipH="1">
            <a:off x="3654625" y="3992942"/>
            <a:ext cx="681000" cy="273600"/>
          </a:xfrm>
          <a:prstGeom prst="roundRect">
            <a:avLst>
              <a:gd fmla="val 50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t/>
            </a:r>
            <a:endParaRPr b="1" sz="800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94" name="Google Shape;294;p17"/>
          <p:cNvSpPr/>
          <p:nvPr/>
        </p:nvSpPr>
        <p:spPr>
          <a:xfrm flipH="1">
            <a:off x="4602650" y="3992942"/>
            <a:ext cx="681000" cy="273600"/>
          </a:xfrm>
          <a:prstGeom prst="roundRect">
            <a:avLst>
              <a:gd fmla="val 50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t/>
            </a:r>
            <a:endParaRPr b="1" sz="800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95" name="Google Shape;295;p17"/>
          <p:cNvSpPr txBox="1"/>
          <p:nvPr>
            <p:ph idx="14" type="subTitle"/>
          </p:nvPr>
        </p:nvSpPr>
        <p:spPr>
          <a:xfrm>
            <a:off x="2567250" y="3671882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96" name="Google Shape;296;p17"/>
          <p:cNvSpPr txBox="1"/>
          <p:nvPr>
            <p:ph idx="15" type="subTitle"/>
          </p:nvPr>
        </p:nvSpPr>
        <p:spPr>
          <a:xfrm>
            <a:off x="5877425" y="1528157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97" name="Google Shape;297;p17"/>
          <p:cNvSpPr txBox="1"/>
          <p:nvPr>
            <p:ph idx="16" type="subTitle"/>
          </p:nvPr>
        </p:nvSpPr>
        <p:spPr>
          <a:xfrm>
            <a:off x="5877425" y="1781107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b="1" sz="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98" name="Google Shape;298;p17"/>
          <p:cNvSpPr txBox="1"/>
          <p:nvPr>
            <p:ph idx="17" type="subTitle"/>
          </p:nvPr>
        </p:nvSpPr>
        <p:spPr>
          <a:xfrm>
            <a:off x="5877425" y="2219182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b="1" sz="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99" name="Google Shape;299;p17"/>
          <p:cNvSpPr txBox="1"/>
          <p:nvPr>
            <p:ph idx="18" type="subTitle"/>
          </p:nvPr>
        </p:nvSpPr>
        <p:spPr>
          <a:xfrm>
            <a:off x="5877425" y="2657257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b="1" sz="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00" name="Google Shape;300;p17"/>
          <p:cNvSpPr txBox="1"/>
          <p:nvPr>
            <p:ph idx="19" type="subTitle"/>
          </p:nvPr>
        </p:nvSpPr>
        <p:spPr>
          <a:xfrm>
            <a:off x="5877425" y="3354932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01" name="Google Shape;301;p17"/>
          <p:cNvSpPr txBox="1"/>
          <p:nvPr>
            <p:ph idx="20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02" name="Google Shape;302;p17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03" name="Google Shape;303;p17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04" name="Google Shape;304;p17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ilestones">
  <p:cSld name="CUSTOM_4"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8"/>
          <p:cNvSpPr txBox="1"/>
          <p:nvPr>
            <p:ph idx="1" type="body"/>
          </p:nvPr>
        </p:nvSpPr>
        <p:spPr>
          <a:xfrm>
            <a:off x="2054000" y="2952175"/>
            <a:ext cx="1377600" cy="937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307" name="Google Shape;307;p18"/>
          <p:cNvSpPr txBox="1"/>
          <p:nvPr>
            <p:ph idx="2" type="body"/>
          </p:nvPr>
        </p:nvSpPr>
        <p:spPr>
          <a:xfrm>
            <a:off x="246150" y="2952175"/>
            <a:ext cx="1458000" cy="81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308" name="Google Shape;308;p18"/>
          <p:cNvSpPr txBox="1"/>
          <p:nvPr>
            <p:ph idx="3" type="subTitle"/>
          </p:nvPr>
        </p:nvSpPr>
        <p:spPr>
          <a:xfrm>
            <a:off x="3829950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309" name="Google Shape;309;p18"/>
          <p:cNvSpPr txBox="1"/>
          <p:nvPr>
            <p:ph idx="4" type="body"/>
          </p:nvPr>
        </p:nvSpPr>
        <p:spPr>
          <a:xfrm>
            <a:off x="3848250" y="2952163"/>
            <a:ext cx="1458000" cy="81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310" name="Google Shape;310;p18"/>
          <p:cNvSpPr txBox="1"/>
          <p:nvPr>
            <p:ph idx="5" type="subTitle"/>
          </p:nvPr>
        </p:nvSpPr>
        <p:spPr>
          <a:xfrm>
            <a:off x="20774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11" name="Google Shape;311;p18"/>
          <p:cNvSpPr txBox="1"/>
          <p:nvPr>
            <p:ph idx="6" type="body"/>
          </p:nvPr>
        </p:nvSpPr>
        <p:spPr>
          <a:xfrm>
            <a:off x="5634175" y="2952175"/>
            <a:ext cx="1458000" cy="81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312" name="Google Shape;312;p18"/>
          <p:cNvSpPr txBox="1"/>
          <p:nvPr>
            <p:ph idx="7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13" name="Google Shape;313;p18"/>
          <p:cNvSpPr txBox="1"/>
          <p:nvPr>
            <p:ph idx="8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14" name="Google Shape;314;p18"/>
          <p:cNvSpPr txBox="1"/>
          <p:nvPr>
            <p:ph idx="9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315" name="Google Shape;315;p18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16" name="Google Shape;316;p18"/>
          <p:cNvSpPr txBox="1"/>
          <p:nvPr>
            <p:ph type="title"/>
          </p:nvPr>
        </p:nvSpPr>
        <p:spPr>
          <a:xfrm>
            <a:off x="228600" y="613525"/>
            <a:ext cx="6841500" cy="753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317" name="Google Shape;317;p18"/>
          <p:cNvSpPr txBox="1"/>
          <p:nvPr>
            <p:ph idx="13" type="subTitle"/>
          </p:nvPr>
        </p:nvSpPr>
        <p:spPr>
          <a:xfrm>
            <a:off x="2775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18" name="Google Shape;318;p18"/>
          <p:cNvSpPr txBox="1"/>
          <p:nvPr>
            <p:ph idx="14" type="subTitle"/>
          </p:nvPr>
        </p:nvSpPr>
        <p:spPr>
          <a:xfrm>
            <a:off x="38773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19" name="Google Shape;319;p18"/>
          <p:cNvSpPr txBox="1"/>
          <p:nvPr>
            <p:ph idx="15" type="subTitle"/>
          </p:nvPr>
        </p:nvSpPr>
        <p:spPr>
          <a:xfrm>
            <a:off x="56772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20" name="Google Shape;320;p18"/>
          <p:cNvSpPr txBox="1"/>
          <p:nvPr>
            <p:ph idx="16" type="subTitle"/>
          </p:nvPr>
        </p:nvSpPr>
        <p:spPr>
          <a:xfrm>
            <a:off x="74771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21" name="Google Shape;321;p18"/>
          <p:cNvSpPr txBox="1"/>
          <p:nvPr>
            <p:ph idx="17" type="subTitle"/>
          </p:nvPr>
        </p:nvSpPr>
        <p:spPr>
          <a:xfrm>
            <a:off x="238800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18"/>
          <p:cNvSpPr txBox="1"/>
          <p:nvPr>
            <p:ph idx="18" type="subTitle"/>
          </p:nvPr>
        </p:nvSpPr>
        <p:spPr>
          <a:xfrm>
            <a:off x="2034375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323" name="Google Shape;323;p18"/>
          <p:cNvSpPr txBox="1"/>
          <p:nvPr>
            <p:ph idx="19" type="subTitle"/>
          </p:nvPr>
        </p:nvSpPr>
        <p:spPr>
          <a:xfrm>
            <a:off x="5645375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324" name="Google Shape;324;p18"/>
          <p:cNvSpPr txBox="1"/>
          <p:nvPr>
            <p:ph idx="20" type="subTitle"/>
          </p:nvPr>
        </p:nvSpPr>
        <p:spPr>
          <a:xfrm>
            <a:off x="7460789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325" name="Google Shape;325;p18"/>
          <p:cNvSpPr txBox="1"/>
          <p:nvPr>
            <p:ph idx="21" type="subTitle"/>
          </p:nvPr>
        </p:nvSpPr>
        <p:spPr>
          <a:xfrm>
            <a:off x="372900" y="202945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Urbanist"/>
              <a:buNone/>
              <a:defRPr b="1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326" name="Google Shape;326;p18"/>
          <p:cNvSpPr txBox="1"/>
          <p:nvPr>
            <p:ph idx="22" type="subTitle"/>
          </p:nvPr>
        </p:nvSpPr>
        <p:spPr>
          <a:xfrm>
            <a:off x="2178663" y="202739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327" name="Google Shape;327;p18"/>
          <p:cNvSpPr txBox="1"/>
          <p:nvPr>
            <p:ph idx="23" type="subTitle"/>
          </p:nvPr>
        </p:nvSpPr>
        <p:spPr>
          <a:xfrm>
            <a:off x="3974250" y="202739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328" name="Google Shape;328;p18"/>
          <p:cNvSpPr txBox="1"/>
          <p:nvPr>
            <p:ph idx="24" type="subTitle"/>
          </p:nvPr>
        </p:nvSpPr>
        <p:spPr>
          <a:xfrm>
            <a:off x="5789675" y="202739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329" name="Google Shape;329;p18"/>
          <p:cNvSpPr txBox="1"/>
          <p:nvPr>
            <p:ph idx="25" type="subTitle"/>
          </p:nvPr>
        </p:nvSpPr>
        <p:spPr>
          <a:xfrm>
            <a:off x="7605089" y="202739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330" name="Google Shape;330;p18"/>
          <p:cNvSpPr txBox="1"/>
          <p:nvPr>
            <p:ph idx="26" type="body"/>
          </p:nvPr>
        </p:nvSpPr>
        <p:spPr>
          <a:xfrm>
            <a:off x="7450350" y="2952175"/>
            <a:ext cx="1458000" cy="81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331" name="Google Shape;331;p18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32" name="Google Shape;332;p18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33" name="Google Shape;333;p18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etrics ">
  <p:cSld name="CUSTOM_5"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19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36" name="Google Shape;336;p19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37" name="Google Shape;337;p19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338" name="Google Shape;338;p19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39" name="Google Shape;339;p19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40" name="Google Shape;340;p19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41" name="Google Shape;341;p19"/>
          <p:cNvSpPr txBox="1"/>
          <p:nvPr>
            <p:ph idx="4" type="subTitle"/>
          </p:nvPr>
        </p:nvSpPr>
        <p:spPr>
          <a:xfrm>
            <a:off x="6314800" y="458325"/>
            <a:ext cx="2294700" cy="330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2" name="Google Shape;342;p19"/>
          <p:cNvSpPr txBox="1"/>
          <p:nvPr>
            <p:ph type="title"/>
          </p:nvPr>
        </p:nvSpPr>
        <p:spPr>
          <a:xfrm>
            <a:off x="237650" y="746900"/>
            <a:ext cx="2834700" cy="2590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/>
        </p:txBody>
      </p:sp>
      <p:sp>
        <p:nvSpPr>
          <p:cNvPr id="343" name="Google Shape;343;p19"/>
          <p:cNvSpPr txBox="1"/>
          <p:nvPr>
            <p:ph idx="5" type="subTitle"/>
          </p:nvPr>
        </p:nvSpPr>
        <p:spPr>
          <a:xfrm>
            <a:off x="229175" y="229175"/>
            <a:ext cx="2834700" cy="330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44" name="Google Shape;344;p19"/>
          <p:cNvSpPr txBox="1"/>
          <p:nvPr>
            <p:ph idx="6" type="subTitle"/>
          </p:nvPr>
        </p:nvSpPr>
        <p:spPr>
          <a:xfrm>
            <a:off x="3437500" y="882725"/>
            <a:ext cx="2294700" cy="5007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45" name="Google Shape;345;p19"/>
          <p:cNvSpPr txBox="1"/>
          <p:nvPr>
            <p:ph idx="7" type="title"/>
          </p:nvPr>
        </p:nvSpPr>
        <p:spPr>
          <a:xfrm>
            <a:off x="3611850" y="1848195"/>
            <a:ext cx="1924200" cy="594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9pPr>
          </a:lstStyle>
          <a:p/>
        </p:txBody>
      </p:sp>
      <p:sp>
        <p:nvSpPr>
          <p:cNvPr id="346" name="Google Shape;346;p19"/>
          <p:cNvSpPr txBox="1"/>
          <p:nvPr>
            <p:ph idx="8" type="title"/>
          </p:nvPr>
        </p:nvSpPr>
        <p:spPr>
          <a:xfrm>
            <a:off x="3611850" y="3250202"/>
            <a:ext cx="1920300" cy="59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Urbanist"/>
              <a:buNone/>
              <a:defRPr sz="6200"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/>
        </p:txBody>
      </p:sp>
      <p:sp>
        <p:nvSpPr>
          <p:cNvPr id="347" name="Google Shape;347;p19"/>
          <p:cNvSpPr txBox="1"/>
          <p:nvPr>
            <p:ph idx="9" type="subTitle"/>
          </p:nvPr>
        </p:nvSpPr>
        <p:spPr>
          <a:xfrm>
            <a:off x="3611850" y="2707575"/>
            <a:ext cx="2120400" cy="16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48" name="Google Shape;348;p19"/>
          <p:cNvSpPr txBox="1"/>
          <p:nvPr>
            <p:ph idx="13" type="subTitle"/>
          </p:nvPr>
        </p:nvSpPr>
        <p:spPr>
          <a:xfrm>
            <a:off x="3611850" y="4076800"/>
            <a:ext cx="2120400" cy="16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49" name="Google Shape;349;p19"/>
          <p:cNvSpPr txBox="1"/>
          <p:nvPr>
            <p:ph idx="14" type="subTitle"/>
          </p:nvPr>
        </p:nvSpPr>
        <p:spPr>
          <a:xfrm>
            <a:off x="6258900" y="3267725"/>
            <a:ext cx="2478300" cy="5007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50" name="Google Shape;350;p19"/>
          <p:cNvSpPr txBox="1"/>
          <p:nvPr>
            <p:ph idx="15" type="subTitle"/>
          </p:nvPr>
        </p:nvSpPr>
        <p:spPr>
          <a:xfrm>
            <a:off x="6258900" y="3955225"/>
            <a:ext cx="2478300" cy="330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 u="sng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1" name="Google Shape;351;p19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2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54" name="Google Shape;354;p2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55" name="Google Shape;355;p20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21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358" name="Google Shape;358;p21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61" name="Google Shape;361;p2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62" name="Google Shape;362;p22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>
  <p:cSld name="Title and two columns"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65" name="Google Shape;365;p23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66" name="Google Shape;366;p23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67" name="Google Shape;367;p23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70" name="Google Shape;370;p24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25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73" name="Google Shape;373;p25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74" name="Google Shape;374;p25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26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77" name="Google Shape;377;p26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27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0" name="Google Shape;380;p27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81" name="Google Shape;381;p27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82" name="Google Shape;382;p27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28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/>
        </p:txBody>
      </p:sp>
      <p:sp>
        <p:nvSpPr>
          <p:cNvPr id="385" name="Google Shape;385;p28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29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388" name="Google Shape;388;p29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89" name="Google Shape;389;p29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30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Agenda"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1"/>
          <p:cNvSpPr txBox="1"/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94" name="Google Shape;394;p31"/>
          <p:cNvSpPr txBox="1"/>
          <p:nvPr>
            <p:ph idx="1" type="subTitle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95" name="Google Shape;395;p31"/>
          <p:cNvSpPr txBox="1"/>
          <p:nvPr>
            <p:ph idx="2" type="subTitle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96" name="Google Shape;396;p31"/>
          <p:cNvSpPr txBox="1"/>
          <p:nvPr>
            <p:ph idx="3" type="subTitle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97" name="Google Shape;397;p31"/>
          <p:cNvSpPr txBox="1"/>
          <p:nvPr>
            <p:ph idx="4" type="subTitle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98" name="Google Shape;398;p31"/>
          <p:cNvSpPr txBox="1"/>
          <p:nvPr>
            <p:ph idx="5" type="subTitle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99" name="Google Shape;399;p31"/>
          <p:cNvSpPr txBox="1"/>
          <p:nvPr>
            <p:ph idx="6" type="subTitle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00" name="Google Shape;400;p31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">
  <p:cSld name="Title, body and image"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3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03" name="Google Shape;403;p32"/>
          <p:cNvSpPr txBox="1"/>
          <p:nvPr>
            <p:ph idx="1" type="body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04" name="Google Shape;404;p32"/>
          <p:cNvSpPr/>
          <p:nvPr>
            <p:ph idx="2" type="pic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  <p:sp>
        <p:nvSpPr>
          <p:cNvPr id="405" name="Google Shape;405;p32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ideas">
  <p:cSld name="Two big ideas"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33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08" name="Google Shape;408;p33"/>
          <p:cNvSpPr txBox="1"/>
          <p:nvPr>
            <p:ph idx="1" type="body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09" name="Google Shape;409;p33"/>
          <p:cNvSpPr txBox="1"/>
          <p:nvPr>
            <p:ph idx="2" type="body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10" name="Google Shape;410;p33"/>
          <p:cNvSpPr txBox="1"/>
          <p:nvPr>
            <p:ph idx="3" type="subTitle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11" name="Google Shape;411;p33"/>
          <p:cNvSpPr txBox="1"/>
          <p:nvPr>
            <p:ph idx="4" type="subTitle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12" name="Google Shape;412;p33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">
  <p:cSld name="Three big ideas"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34"/>
          <p:cNvSpPr txBox="1"/>
          <p:nvPr>
            <p:ph idx="1" type="body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15" name="Google Shape;415;p34"/>
          <p:cNvSpPr txBox="1"/>
          <p:nvPr>
            <p:ph idx="2" type="body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16" name="Google Shape;416;p34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7" name="Google Shape;417;p34"/>
          <p:cNvSpPr txBox="1"/>
          <p:nvPr>
            <p:ph idx="3" type="subTitle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18" name="Google Shape;418;p34"/>
          <p:cNvSpPr txBox="1"/>
          <p:nvPr>
            <p:ph idx="4" type="subTitle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19" name="Google Shape;419;p34"/>
          <p:cNvSpPr txBox="1"/>
          <p:nvPr>
            <p:ph idx="5" type="subTitle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20" name="Google Shape;420;p34"/>
          <p:cNvSpPr txBox="1"/>
          <p:nvPr>
            <p:ph idx="6" type="body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21" name="Google Shape;421;p34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ideas">
  <p:cSld name="Four big ideas"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35"/>
          <p:cNvSpPr txBox="1"/>
          <p:nvPr>
            <p:ph idx="1" type="body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24" name="Google Shape;424;p35"/>
          <p:cNvSpPr txBox="1"/>
          <p:nvPr>
            <p:ph idx="2" type="body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25" name="Google Shape;425;p35"/>
          <p:cNvSpPr txBox="1"/>
          <p:nvPr>
            <p:ph idx="3" type="body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26" name="Google Shape;426;p35"/>
          <p:cNvSpPr txBox="1"/>
          <p:nvPr>
            <p:ph idx="4" type="body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27" name="Google Shape;427;p35"/>
          <p:cNvSpPr txBox="1"/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28" name="Google Shape;428;p35"/>
          <p:cNvSpPr txBox="1"/>
          <p:nvPr>
            <p:ph idx="5" type="subTitle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29" name="Google Shape;429;p35"/>
          <p:cNvSpPr txBox="1"/>
          <p:nvPr>
            <p:ph idx="6" type="subTitle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30" name="Google Shape;430;p35"/>
          <p:cNvSpPr txBox="1"/>
          <p:nvPr>
            <p:ph idx="7" type="subTitle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31" name="Google Shape;431;p35"/>
          <p:cNvSpPr txBox="1"/>
          <p:nvPr>
            <p:ph idx="8" type="subTitle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32" name="Google Shape;432;p35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3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5" name="Google Shape;435;p36"/>
          <p:cNvSpPr/>
          <p:nvPr>
            <p:ph idx="2" type="pic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  <p:sp>
        <p:nvSpPr>
          <p:cNvPr id="436" name="Google Shape;436;p36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storyboards">
  <p:cSld name="Two storyboards"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37"/>
          <p:cNvSpPr txBox="1"/>
          <p:nvPr>
            <p:ph idx="1" type="body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39" name="Google Shape;439;p37"/>
          <p:cNvSpPr/>
          <p:nvPr>
            <p:ph idx="2" type="pic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40" name="Google Shape;440;p37"/>
          <p:cNvSpPr/>
          <p:nvPr>
            <p:ph idx="3" type="pic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41" name="Google Shape;441;p37"/>
          <p:cNvSpPr txBox="1"/>
          <p:nvPr>
            <p:ph idx="4" type="body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42" name="Google Shape;442;p3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43" name="Google Shape;443;p37"/>
          <p:cNvSpPr txBox="1"/>
          <p:nvPr>
            <p:ph idx="5" type="subTitle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44" name="Google Shape;444;p37"/>
          <p:cNvSpPr txBox="1"/>
          <p:nvPr>
            <p:ph idx="6" type="subTitle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45" name="Google Shape;445;p37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">
  <p:cSld name="Three storyboards"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p38"/>
          <p:cNvSpPr txBox="1"/>
          <p:nvPr>
            <p:ph idx="1" type="body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48" name="Google Shape;448;p38"/>
          <p:cNvSpPr/>
          <p:nvPr>
            <p:ph idx="2" type="pic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49" name="Google Shape;449;p38"/>
          <p:cNvSpPr/>
          <p:nvPr>
            <p:ph idx="3" type="pic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50" name="Google Shape;450;p38"/>
          <p:cNvSpPr txBox="1"/>
          <p:nvPr>
            <p:ph idx="4" type="body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51" name="Google Shape;451;p38"/>
          <p:cNvSpPr/>
          <p:nvPr>
            <p:ph idx="5" type="pic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52" name="Google Shape;452;p38"/>
          <p:cNvSpPr txBox="1"/>
          <p:nvPr>
            <p:ph idx="6" type="body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53" name="Google Shape;453;p3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4" name="Google Shape;454;p38"/>
          <p:cNvSpPr txBox="1"/>
          <p:nvPr>
            <p:ph idx="7" type="subTitle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55" name="Google Shape;455;p38"/>
          <p:cNvSpPr txBox="1"/>
          <p:nvPr>
            <p:ph idx="8" type="subTitle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56" name="Google Shape;456;p38"/>
          <p:cNvSpPr txBox="1"/>
          <p:nvPr>
            <p:ph idx="9" type="subTitle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57" name="Google Shape;457;p38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only">
  <p:cSld name="Image only">
    <p:spTree>
      <p:nvGrpSpPr>
        <p:cNvPr id="458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p39"/>
          <p:cNvSpPr/>
          <p:nvPr>
            <p:ph idx="2" type="pic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  <p:sp>
        <p:nvSpPr>
          <p:cNvPr id="460" name="Google Shape;460;p39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grid">
  <p:cSld name="Image grid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40"/>
          <p:cNvSpPr/>
          <p:nvPr>
            <p:ph idx="2" type="pic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63" name="Google Shape;463;p40"/>
          <p:cNvSpPr/>
          <p:nvPr>
            <p:ph idx="3" type="pic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64" name="Google Shape;464;p40"/>
          <p:cNvSpPr/>
          <p:nvPr>
            <p:ph idx="4" type="pic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65" name="Google Shape;465;p40"/>
          <p:cNvSpPr/>
          <p:nvPr>
            <p:ph idx="5" type="pic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66" name="Google Shape;466;p40"/>
          <p:cNvSpPr/>
          <p:nvPr>
            <p:ph idx="6" type="pic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67" name="Google Shape;467;p40"/>
          <p:cNvSpPr/>
          <p:nvPr>
            <p:ph idx="7" type="pic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68" name="Google Shape;468;p40"/>
          <p:cNvSpPr txBox="1"/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69" name="Google Shape;469;p40"/>
          <p:cNvSpPr/>
          <p:nvPr>
            <p:ph idx="8" type="pic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70" name="Google Shape;470;p40"/>
          <p:cNvSpPr/>
          <p:nvPr>
            <p:ph idx="9" type="pic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71" name="Google Shape;471;p40"/>
          <p:cNvSpPr/>
          <p:nvPr>
            <p:ph idx="13" type="pic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72" name="Google Shape;472;p40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5564">
          <p15:clr>
            <a:srgbClr val="E46962"/>
          </p15:clr>
        </p15:guide>
      </p15:sldGuideLst>
    </p:ext>
  </p:extLst>
</p:sldLayout>
</file>

<file path=ppt/slideMasters/_rels/slideMaster1.xml.rels><?xml version="1.0" encoding="UTF-8" standalone="yes"?><Relationships xmlns="http://schemas.openxmlformats.org/package/2006/relationships"><Relationship Id="rId40" Type="http://schemas.openxmlformats.org/officeDocument/2006/relationships/theme" Target="../theme/theme2.xml"/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35" Type="http://schemas.openxmlformats.org/officeDocument/2006/relationships/slideLayout" Target="../slideLayouts/slideLayout35.xml"/><Relationship Id="rId12" Type="http://schemas.openxmlformats.org/officeDocument/2006/relationships/slideLayout" Target="../slideLayouts/slideLayout12.xml"/><Relationship Id="rId34" Type="http://schemas.openxmlformats.org/officeDocument/2006/relationships/slideLayout" Target="../slideLayouts/slideLayout34.xml"/><Relationship Id="rId15" Type="http://schemas.openxmlformats.org/officeDocument/2006/relationships/slideLayout" Target="../slideLayouts/slideLayout15.xml"/><Relationship Id="rId37" Type="http://schemas.openxmlformats.org/officeDocument/2006/relationships/slideLayout" Target="../slideLayouts/slideLayout37.xml"/><Relationship Id="rId14" Type="http://schemas.openxmlformats.org/officeDocument/2006/relationships/slideLayout" Target="../slideLayouts/slideLayout14.xml"/><Relationship Id="rId36" Type="http://schemas.openxmlformats.org/officeDocument/2006/relationships/slideLayout" Target="../slideLayouts/slideLayout36.xml"/><Relationship Id="rId17" Type="http://schemas.openxmlformats.org/officeDocument/2006/relationships/slideLayout" Target="../slideLayouts/slideLayout17.xml"/><Relationship Id="rId39" Type="http://schemas.openxmlformats.org/officeDocument/2006/relationships/slideLayout" Target="../slideLayouts/slideLayout39.xml"/><Relationship Id="rId16" Type="http://schemas.openxmlformats.org/officeDocument/2006/relationships/slideLayout" Target="../slideLayouts/slideLayout16.xml"/><Relationship Id="rId38" Type="http://schemas.openxmlformats.org/officeDocument/2006/relationships/slideLayout" Target="../slideLayouts/slideLayout38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idx="1" type="body"/>
          </p:nvPr>
        </p:nvSpPr>
        <p:spPr>
          <a:xfrm>
            <a:off x="228600" y="1452125"/>
            <a:ext cx="5760600" cy="346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indent="-304800" lvl="1" marL="914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indent="-304800" lvl="2" marL="1371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indent="-304800" lvl="3" marL="1828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indent="-304800" lvl="4" marL="22860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indent="-304800" lvl="5" marL="27432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indent="-304800" lvl="6" marL="3200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indent="-304800" lvl="7" marL="3657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indent="-304800" lvl="8" marL="411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type="title"/>
          </p:nvPr>
        </p:nvSpPr>
        <p:spPr>
          <a:xfrm>
            <a:off x="228600" y="85200"/>
            <a:ext cx="5236500" cy="109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 Medium"/>
              <a:buNone/>
              <a:defRPr sz="3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2" type="body"/>
          </p:nvPr>
        </p:nvSpPr>
        <p:spPr>
          <a:xfrm>
            <a:off x="4562525" y="1518250"/>
            <a:ext cx="3880800" cy="276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buNone/>
              <a:defRPr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 algn="r">
              <a:buNone/>
              <a:defRPr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r">
              <a:buNone/>
              <a:defRPr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r">
              <a:buNone/>
              <a:defRPr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r">
              <a:buNone/>
              <a:defRPr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r">
              <a:buNone/>
              <a:defRPr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r">
              <a:buNone/>
              <a:defRPr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r">
              <a:buNone/>
              <a:defRPr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r">
              <a:buNone/>
              <a:defRPr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  <p:sldLayoutId id="2147483685" r:id="rId38"/>
    <p:sldLayoutId id="2147483686" r:id="rId3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5616">
          <p15:clr>
            <a:srgbClr val="E46962"/>
          </p15:clr>
        </p15:guide>
        <p15:guide id="2" pos="144">
          <p15:clr>
            <a:srgbClr val="E46962"/>
          </p15:clr>
        </p15:guide>
        <p15:guide id="3" orient="horz" pos="144">
          <p15:clr>
            <a:srgbClr val="E46962"/>
          </p15:clr>
        </p15:guide>
        <p15:guide id="4" orient="horz" pos="3094">
          <p15:clr>
            <a:srgbClr val="E46962"/>
          </p15:clr>
        </p15:guide>
        <p15:guide id="5" pos="2850">
          <p15:clr>
            <a:srgbClr val="E46962"/>
          </p15:clr>
        </p15:guide>
        <p15:guide id="6" pos="2910">
          <p15:clr>
            <a:srgbClr val="E46962"/>
          </p15:clr>
        </p15:guide>
        <p15:guide id="7" pos="1468">
          <p15:clr>
            <a:srgbClr val="E46962"/>
          </p15:clr>
        </p15:guide>
        <p15:guide id="8" pos="1527">
          <p15:clr>
            <a:srgbClr val="E46962"/>
          </p15:clr>
        </p15:guide>
        <p15:guide id="9" pos="4233">
          <p15:clr>
            <a:srgbClr val="E46962"/>
          </p15:clr>
        </p15:guide>
        <p15:guide id="10" pos="4292">
          <p15:clr>
            <a:srgbClr val="E46962"/>
          </p15:clr>
        </p15:guide>
        <p15:guide id="11" pos="3773">
          <p15:clr>
            <a:srgbClr val="E46962"/>
          </p15:clr>
        </p15:guide>
        <p15:guide id="12" pos="3830">
          <p15:clr>
            <a:srgbClr val="E46962"/>
          </p15:clr>
        </p15:guide>
        <p15:guide id="13" pos="1930">
          <p15:clr>
            <a:srgbClr val="E46962"/>
          </p15:clr>
        </p15:guide>
        <p15:guide id="14" pos="1987">
          <p15:clr>
            <a:srgbClr val="E46962"/>
          </p15:clr>
        </p15:guide>
        <p15:guide id="15" orient="horz" pos="288">
          <p15:clr>
            <a:srgbClr val="E46962"/>
          </p15:clr>
        </p15:guide>
        <p15:guide id="16" orient="horz" pos="2950">
          <p15:clr>
            <a:srgbClr val="E46962"/>
          </p15:clr>
        </p15:guide>
        <p15:guide id="17" orient="horz" pos="1135">
          <p15:clr>
            <a:srgbClr val="E46962"/>
          </p15:clr>
        </p15:guide>
        <p15:guide id="18" orient="horz" pos="1194">
          <p15:clr>
            <a:srgbClr val="E46962"/>
          </p15:clr>
        </p15:guide>
        <p15:guide id="19" orient="horz" pos="2043">
          <p15:clr>
            <a:srgbClr val="E46962"/>
          </p15:clr>
        </p15:guide>
        <p15:guide id="20" orient="horz" pos="2103">
          <p15:clr>
            <a:srgbClr val="E46962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8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1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41"/>
          <p:cNvSpPr/>
          <p:nvPr/>
        </p:nvSpPr>
        <p:spPr>
          <a:xfrm>
            <a:off x="228600" y="4113375"/>
            <a:ext cx="2101200" cy="3393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78" name="Google Shape;478;p41"/>
          <p:cNvSpPr txBox="1"/>
          <p:nvPr>
            <p:ph type="title"/>
          </p:nvPr>
        </p:nvSpPr>
        <p:spPr>
          <a:xfrm>
            <a:off x="228600" y="1862250"/>
            <a:ext cx="6658800" cy="1419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>
                <a:solidFill>
                  <a:schemeClr val="lt1"/>
                </a:solidFill>
              </a:rPr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>
                <a:solidFill>
                  <a:schemeClr val="lt1"/>
                </a:solidFill>
              </a:rPr>
              <a:t> Applications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479" name="Google Shape;479;p41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Syria Tech Meetup</a:t>
            </a:r>
            <a:endParaRPr/>
          </a:p>
        </p:txBody>
      </p:sp>
      <p:sp>
        <p:nvSpPr>
          <p:cNvPr id="480" name="Google Shape;480;p41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481" name="Google Shape;481;p41"/>
          <p:cNvSpPr txBox="1"/>
          <p:nvPr>
            <p:ph idx="5" type="subTitle"/>
          </p:nvPr>
        </p:nvSpPr>
        <p:spPr>
          <a:xfrm>
            <a:off x="297075" y="4175900"/>
            <a:ext cx="1952100" cy="236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Waseem Kntar, Tech Lead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5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p42"/>
          <p:cNvSpPr/>
          <p:nvPr/>
        </p:nvSpPr>
        <p:spPr>
          <a:xfrm>
            <a:off x="320625" y="913325"/>
            <a:ext cx="4296900" cy="605700"/>
          </a:xfrm>
          <a:prstGeom prst="roundRect">
            <a:avLst>
              <a:gd fmla="val 1699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87" name="Google Shape;487;p42"/>
          <p:cNvSpPr/>
          <p:nvPr/>
        </p:nvSpPr>
        <p:spPr>
          <a:xfrm>
            <a:off x="320625" y="1591100"/>
            <a:ext cx="4296600" cy="605700"/>
          </a:xfrm>
          <a:prstGeom prst="roundRect">
            <a:avLst>
              <a:gd fmla="val 1699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88" name="Google Shape;488;p42"/>
          <p:cNvSpPr/>
          <p:nvPr/>
        </p:nvSpPr>
        <p:spPr>
          <a:xfrm>
            <a:off x="320625" y="2268900"/>
            <a:ext cx="4296600" cy="605700"/>
          </a:xfrm>
          <a:prstGeom prst="roundRect">
            <a:avLst>
              <a:gd fmla="val 1699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89" name="Google Shape;489;p42"/>
          <p:cNvSpPr/>
          <p:nvPr/>
        </p:nvSpPr>
        <p:spPr>
          <a:xfrm>
            <a:off x="320625" y="2946675"/>
            <a:ext cx="4296900" cy="605700"/>
          </a:xfrm>
          <a:prstGeom prst="roundRect">
            <a:avLst>
              <a:gd fmla="val 1699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90" name="Google Shape;490;p42"/>
          <p:cNvSpPr/>
          <p:nvPr/>
        </p:nvSpPr>
        <p:spPr>
          <a:xfrm>
            <a:off x="320625" y="3624475"/>
            <a:ext cx="4296600" cy="605700"/>
          </a:xfrm>
          <a:prstGeom prst="roundRect">
            <a:avLst>
              <a:gd fmla="val 1699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grpSp>
        <p:nvGrpSpPr>
          <p:cNvPr id="491" name="Google Shape;491;p42"/>
          <p:cNvGrpSpPr/>
          <p:nvPr/>
        </p:nvGrpSpPr>
        <p:grpSpPr>
          <a:xfrm rot="-5400000">
            <a:off x="4219480" y="1154125"/>
            <a:ext cx="204654" cy="204654"/>
            <a:chOff x="259788" y="1923155"/>
            <a:chExt cx="409800" cy="409800"/>
          </a:xfrm>
        </p:grpSpPr>
        <p:sp>
          <p:nvSpPr>
            <p:cNvPr id="492" name="Google Shape;492;p42"/>
            <p:cNvSpPr/>
            <p:nvPr/>
          </p:nvSpPr>
          <p:spPr>
            <a:xfrm>
              <a:off x="259788" y="1923155"/>
              <a:ext cx="409800" cy="409800"/>
            </a:xfrm>
            <a:prstGeom prst="ellipse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grpSp>
          <p:nvGrpSpPr>
            <p:cNvPr id="493" name="Google Shape;493;p42"/>
            <p:cNvGrpSpPr/>
            <p:nvPr/>
          </p:nvGrpSpPr>
          <p:grpSpPr>
            <a:xfrm>
              <a:off x="362088" y="2093825"/>
              <a:ext cx="205200" cy="102600"/>
              <a:chOff x="498725" y="2069800"/>
              <a:chExt cx="205200" cy="102600"/>
            </a:xfrm>
          </p:grpSpPr>
          <p:cxnSp>
            <p:nvCxnSpPr>
              <p:cNvPr id="494" name="Google Shape;494;p42"/>
              <p:cNvCxnSpPr/>
              <p:nvPr/>
            </p:nvCxnSpPr>
            <p:spPr>
              <a:xfrm>
                <a:off x="498725" y="2069800"/>
                <a:ext cx="102600" cy="1026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2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495" name="Google Shape;495;p42"/>
              <p:cNvCxnSpPr/>
              <p:nvPr/>
            </p:nvCxnSpPr>
            <p:spPr>
              <a:xfrm flipH="1">
                <a:off x="601325" y="2069800"/>
                <a:ext cx="102600" cy="1026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2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</p:grpSp>
      </p:grpSp>
      <p:grpSp>
        <p:nvGrpSpPr>
          <p:cNvPr id="496" name="Google Shape;496;p42"/>
          <p:cNvGrpSpPr/>
          <p:nvPr/>
        </p:nvGrpSpPr>
        <p:grpSpPr>
          <a:xfrm rot="-5400000">
            <a:off x="4219480" y="1831910"/>
            <a:ext cx="204654" cy="204654"/>
            <a:chOff x="259788" y="1923155"/>
            <a:chExt cx="409800" cy="409800"/>
          </a:xfrm>
        </p:grpSpPr>
        <p:sp>
          <p:nvSpPr>
            <p:cNvPr id="497" name="Google Shape;497;p42"/>
            <p:cNvSpPr/>
            <p:nvPr/>
          </p:nvSpPr>
          <p:spPr>
            <a:xfrm>
              <a:off x="259788" y="1923155"/>
              <a:ext cx="409800" cy="409800"/>
            </a:xfrm>
            <a:prstGeom prst="ellipse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grpSp>
          <p:nvGrpSpPr>
            <p:cNvPr id="498" name="Google Shape;498;p42"/>
            <p:cNvGrpSpPr/>
            <p:nvPr/>
          </p:nvGrpSpPr>
          <p:grpSpPr>
            <a:xfrm>
              <a:off x="362088" y="2093825"/>
              <a:ext cx="205200" cy="102600"/>
              <a:chOff x="498725" y="2069800"/>
              <a:chExt cx="205200" cy="102600"/>
            </a:xfrm>
          </p:grpSpPr>
          <p:cxnSp>
            <p:nvCxnSpPr>
              <p:cNvPr id="499" name="Google Shape;499;p42"/>
              <p:cNvCxnSpPr/>
              <p:nvPr/>
            </p:nvCxnSpPr>
            <p:spPr>
              <a:xfrm>
                <a:off x="498725" y="2069800"/>
                <a:ext cx="102600" cy="1026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2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500" name="Google Shape;500;p42"/>
              <p:cNvCxnSpPr/>
              <p:nvPr/>
            </p:nvCxnSpPr>
            <p:spPr>
              <a:xfrm flipH="1">
                <a:off x="601325" y="2069800"/>
                <a:ext cx="102600" cy="1026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2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</p:grpSp>
      </p:grpSp>
      <p:grpSp>
        <p:nvGrpSpPr>
          <p:cNvPr id="501" name="Google Shape;501;p42"/>
          <p:cNvGrpSpPr/>
          <p:nvPr/>
        </p:nvGrpSpPr>
        <p:grpSpPr>
          <a:xfrm rot="-5400000">
            <a:off x="4219480" y="2509695"/>
            <a:ext cx="204654" cy="204654"/>
            <a:chOff x="259788" y="1923155"/>
            <a:chExt cx="409800" cy="409800"/>
          </a:xfrm>
        </p:grpSpPr>
        <p:sp>
          <p:nvSpPr>
            <p:cNvPr id="502" name="Google Shape;502;p42"/>
            <p:cNvSpPr/>
            <p:nvPr/>
          </p:nvSpPr>
          <p:spPr>
            <a:xfrm>
              <a:off x="259788" y="1923155"/>
              <a:ext cx="409800" cy="409800"/>
            </a:xfrm>
            <a:prstGeom prst="ellipse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grpSp>
          <p:nvGrpSpPr>
            <p:cNvPr id="503" name="Google Shape;503;p42"/>
            <p:cNvGrpSpPr/>
            <p:nvPr/>
          </p:nvGrpSpPr>
          <p:grpSpPr>
            <a:xfrm>
              <a:off x="362088" y="2093825"/>
              <a:ext cx="205200" cy="102600"/>
              <a:chOff x="498725" y="2069800"/>
              <a:chExt cx="205200" cy="102600"/>
            </a:xfrm>
          </p:grpSpPr>
          <p:cxnSp>
            <p:nvCxnSpPr>
              <p:cNvPr id="504" name="Google Shape;504;p42"/>
              <p:cNvCxnSpPr/>
              <p:nvPr/>
            </p:nvCxnSpPr>
            <p:spPr>
              <a:xfrm>
                <a:off x="498725" y="2069800"/>
                <a:ext cx="102600" cy="1026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2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505" name="Google Shape;505;p42"/>
              <p:cNvCxnSpPr/>
              <p:nvPr/>
            </p:nvCxnSpPr>
            <p:spPr>
              <a:xfrm flipH="1">
                <a:off x="601325" y="2069800"/>
                <a:ext cx="102600" cy="1026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2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</p:grpSp>
      </p:grpSp>
      <p:grpSp>
        <p:nvGrpSpPr>
          <p:cNvPr id="506" name="Google Shape;506;p42"/>
          <p:cNvGrpSpPr/>
          <p:nvPr/>
        </p:nvGrpSpPr>
        <p:grpSpPr>
          <a:xfrm rot="-5400000">
            <a:off x="4219480" y="3187480"/>
            <a:ext cx="204654" cy="204654"/>
            <a:chOff x="259788" y="1923155"/>
            <a:chExt cx="409800" cy="409800"/>
          </a:xfrm>
        </p:grpSpPr>
        <p:sp>
          <p:nvSpPr>
            <p:cNvPr id="507" name="Google Shape;507;p42"/>
            <p:cNvSpPr/>
            <p:nvPr/>
          </p:nvSpPr>
          <p:spPr>
            <a:xfrm>
              <a:off x="259788" y="1923155"/>
              <a:ext cx="409800" cy="409800"/>
            </a:xfrm>
            <a:prstGeom prst="ellipse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grpSp>
          <p:nvGrpSpPr>
            <p:cNvPr id="508" name="Google Shape;508;p42"/>
            <p:cNvGrpSpPr/>
            <p:nvPr/>
          </p:nvGrpSpPr>
          <p:grpSpPr>
            <a:xfrm>
              <a:off x="362088" y="2093825"/>
              <a:ext cx="205200" cy="102600"/>
              <a:chOff x="498725" y="2069800"/>
              <a:chExt cx="205200" cy="102600"/>
            </a:xfrm>
          </p:grpSpPr>
          <p:cxnSp>
            <p:nvCxnSpPr>
              <p:cNvPr id="509" name="Google Shape;509;p42"/>
              <p:cNvCxnSpPr/>
              <p:nvPr/>
            </p:nvCxnSpPr>
            <p:spPr>
              <a:xfrm>
                <a:off x="498725" y="2069800"/>
                <a:ext cx="102600" cy="1026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2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510" name="Google Shape;510;p42"/>
              <p:cNvCxnSpPr/>
              <p:nvPr/>
            </p:nvCxnSpPr>
            <p:spPr>
              <a:xfrm flipH="1">
                <a:off x="601325" y="2069800"/>
                <a:ext cx="102600" cy="1026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2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</p:grpSp>
      </p:grpSp>
      <p:grpSp>
        <p:nvGrpSpPr>
          <p:cNvPr id="511" name="Google Shape;511;p42"/>
          <p:cNvGrpSpPr/>
          <p:nvPr/>
        </p:nvGrpSpPr>
        <p:grpSpPr>
          <a:xfrm rot="-5400000">
            <a:off x="4219480" y="3865265"/>
            <a:ext cx="204654" cy="204654"/>
            <a:chOff x="259788" y="1923155"/>
            <a:chExt cx="409800" cy="409800"/>
          </a:xfrm>
        </p:grpSpPr>
        <p:sp>
          <p:nvSpPr>
            <p:cNvPr id="512" name="Google Shape;512;p42"/>
            <p:cNvSpPr/>
            <p:nvPr/>
          </p:nvSpPr>
          <p:spPr>
            <a:xfrm>
              <a:off x="259788" y="1923155"/>
              <a:ext cx="409800" cy="409800"/>
            </a:xfrm>
            <a:prstGeom prst="ellipse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grpSp>
          <p:nvGrpSpPr>
            <p:cNvPr id="513" name="Google Shape;513;p42"/>
            <p:cNvGrpSpPr/>
            <p:nvPr/>
          </p:nvGrpSpPr>
          <p:grpSpPr>
            <a:xfrm>
              <a:off x="362088" y="2093825"/>
              <a:ext cx="205200" cy="102600"/>
              <a:chOff x="498725" y="2069800"/>
              <a:chExt cx="205200" cy="102600"/>
            </a:xfrm>
          </p:grpSpPr>
          <p:cxnSp>
            <p:nvCxnSpPr>
              <p:cNvPr id="514" name="Google Shape;514;p42"/>
              <p:cNvCxnSpPr/>
              <p:nvPr/>
            </p:nvCxnSpPr>
            <p:spPr>
              <a:xfrm>
                <a:off x="498725" y="2069800"/>
                <a:ext cx="102600" cy="1026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2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515" name="Google Shape;515;p42"/>
              <p:cNvCxnSpPr/>
              <p:nvPr/>
            </p:nvCxnSpPr>
            <p:spPr>
              <a:xfrm flipH="1">
                <a:off x="601325" y="2069800"/>
                <a:ext cx="102600" cy="1026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2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</p:grpSp>
      </p:grpSp>
      <p:sp>
        <p:nvSpPr>
          <p:cNvPr id="516" name="Google Shape;516;p42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2/30</a:t>
            </a:r>
            <a:endParaRPr/>
          </a:p>
        </p:txBody>
      </p:sp>
      <p:sp>
        <p:nvSpPr>
          <p:cNvPr id="517" name="Google Shape;517;p42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518" name="Google Shape;518;p42"/>
          <p:cNvSpPr txBox="1"/>
          <p:nvPr>
            <p:ph type="title"/>
          </p:nvPr>
        </p:nvSpPr>
        <p:spPr>
          <a:xfrm>
            <a:off x="277500" y="228600"/>
            <a:ext cx="3904500" cy="537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Content</a:t>
            </a:r>
            <a:endParaRPr/>
          </a:p>
        </p:txBody>
      </p:sp>
      <p:sp>
        <p:nvSpPr>
          <p:cNvPr id="519" name="Google Shape;519;p42"/>
          <p:cNvSpPr txBox="1"/>
          <p:nvPr>
            <p:ph idx="4" type="subTitle"/>
          </p:nvPr>
        </p:nvSpPr>
        <p:spPr>
          <a:xfrm>
            <a:off x="446250" y="1071875"/>
            <a:ext cx="322500" cy="288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</a:t>
            </a:r>
            <a:endParaRPr/>
          </a:p>
        </p:txBody>
      </p:sp>
      <p:sp>
        <p:nvSpPr>
          <p:cNvPr id="520" name="Google Shape;520;p42"/>
          <p:cNvSpPr txBox="1"/>
          <p:nvPr>
            <p:ph idx="5" type="subTitle"/>
          </p:nvPr>
        </p:nvSpPr>
        <p:spPr>
          <a:xfrm>
            <a:off x="446250" y="1748813"/>
            <a:ext cx="322500" cy="288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</a:t>
            </a:r>
            <a:endParaRPr/>
          </a:p>
        </p:txBody>
      </p:sp>
      <p:sp>
        <p:nvSpPr>
          <p:cNvPr id="521" name="Google Shape;521;p42"/>
          <p:cNvSpPr txBox="1"/>
          <p:nvPr>
            <p:ph idx="6" type="subTitle"/>
          </p:nvPr>
        </p:nvSpPr>
        <p:spPr>
          <a:xfrm>
            <a:off x="446250" y="2425750"/>
            <a:ext cx="322500" cy="288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</a:t>
            </a:r>
            <a:endParaRPr/>
          </a:p>
        </p:txBody>
      </p:sp>
      <p:sp>
        <p:nvSpPr>
          <p:cNvPr id="522" name="Google Shape;522;p42"/>
          <p:cNvSpPr txBox="1"/>
          <p:nvPr>
            <p:ph idx="7" type="subTitle"/>
          </p:nvPr>
        </p:nvSpPr>
        <p:spPr>
          <a:xfrm>
            <a:off x="446250" y="3107031"/>
            <a:ext cx="322500" cy="288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</a:t>
            </a:r>
            <a:endParaRPr/>
          </a:p>
        </p:txBody>
      </p:sp>
      <p:sp>
        <p:nvSpPr>
          <p:cNvPr id="523" name="Google Shape;523;p42"/>
          <p:cNvSpPr txBox="1"/>
          <p:nvPr>
            <p:ph idx="8" type="subTitle"/>
          </p:nvPr>
        </p:nvSpPr>
        <p:spPr>
          <a:xfrm>
            <a:off x="446250" y="3781331"/>
            <a:ext cx="322500" cy="288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</a:t>
            </a:r>
            <a:endParaRPr/>
          </a:p>
        </p:txBody>
      </p:sp>
      <p:sp>
        <p:nvSpPr>
          <p:cNvPr id="524" name="Google Shape;524;p42"/>
          <p:cNvSpPr txBox="1"/>
          <p:nvPr>
            <p:ph idx="13" type="subTitle"/>
          </p:nvPr>
        </p:nvSpPr>
        <p:spPr>
          <a:xfrm>
            <a:off x="768750" y="1071875"/>
            <a:ext cx="3267600" cy="288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&amp; Why Reliability ?</a:t>
            </a:r>
            <a:endParaRPr/>
          </a:p>
        </p:txBody>
      </p:sp>
      <p:sp>
        <p:nvSpPr>
          <p:cNvPr id="525" name="Google Shape;525;p42"/>
          <p:cNvSpPr txBox="1"/>
          <p:nvPr>
            <p:ph idx="14" type="subTitle"/>
          </p:nvPr>
        </p:nvSpPr>
        <p:spPr>
          <a:xfrm>
            <a:off x="768750" y="1748813"/>
            <a:ext cx="3267600" cy="288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Get, Create Leads</a:t>
            </a:r>
            <a:endParaRPr/>
          </a:p>
        </p:txBody>
      </p:sp>
      <p:sp>
        <p:nvSpPr>
          <p:cNvPr id="526" name="Google Shape;526;p42"/>
          <p:cNvSpPr txBox="1"/>
          <p:nvPr>
            <p:ph idx="15" type="subTitle"/>
          </p:nvPr>
        </p:nvSpPr>
        <p:spPr>
          <a:xfrm>
            <a:off x="768750" y="2425750"/>
            <a:ext cx="3267600" cy="288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Sending WhatsApp Messages </a:t>
            </a:r>
            <a:endParaRPr/>
          </a:p>
        </p:txBody>
      </p:sp>
      <p:sp>
        <p:nvSpPr>
          <p:cNvPr id="527" name="Google Shape;527;p42"/>
          <p:cNvSpPr txBox="1"/>
          <p:nvPr>
            <p:ph idx="16" type="subTitle"/>
          </p:nvPr>
        </p:nvSpPr>
        <p:spPr>
          <a:xfrm>
            <a:off x="768750" y="3107031"/>
            <a:ext cx="3267600" cy="288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Webhooks Handling</a:t>
            </a:r>
            <a:endParaRPr/>
          </a:p>
        </p:txBody>
      </p:sp>
      <p:sp>
        <p:nvSpPr>
          <p:cNvPr id="528" name="Google Shape;528;p42"/>
          <p:cNvSpPr txBox="1"/>
          <p:nvPr>
            <p:ph idx="17" type="subTitle"/>
          </p:nvPr>
        </p:nvSpPr>
        <p:spPr>
          <a:xfrm>
            <a:off x="768750" y="3781331"/>
            <a:ext cx="3267600" cy="288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Safe Deployment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2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43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534" name="Google Shape;534;p43"/>
          <p:cNvSpPr txBox="1"/>
          <p:nvPr>
            <p:ph type="title"/>
          </p:nvPr>
        </p:nvSpPr>
        <p:spPr>
          <a:xfrm>
            <a:off x="228600" y="640925"/>
            <a:ext cx="4637700" cy="537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Reliability?</a:t>
            </a:r>
            <a:endParaRPr/>
          </a:p>
        </p:txBody>
      </p:sp>
      <p:pic>
        <p:nvPicPr>
          <p:cNvPr descr="A luminous galaxy." id="535" name="Google Shape;535;p43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0" l="26224" r="26224" t="0"/>
          <a:stretch/>
        </p:blipFill>
        <p:spPr>
          <a:xfrm>
            <a:off x="5342000" y="457200"/>
            <a:ext cx="3573300" cy="3995400"/>
          </a:xfrm>
          <a:prstGeom prst="roundRect">
            <a:avLst>
              <a:gd fmla="val 16667" name="adj"/>
            </a:avLst>
          </a:prstGeom>
        </p:spPr>
      </p:pic>
      <p:sp>
        <p:nvSpPr>
          <p:cNvPr id="536" name="Google Shape;536;p43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/>
              <a:t> Applications</a:t>
            </a:r>
            <a:endParaRPr/>
          </a:p>
        </p:txBody>
      </p:sp>
      <p:sp>
        <p:nvSpPr>
          <p:cNvPr id="537" name="Google Shape;537;p43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3/30</a:t>
            </a:r>
            <a:endParaRPr/>
          </a:p>
        </p:txBody>
      </p:sp>
      <p:sp>
        <p:nvSpPr>
          <p:cNvPr id="538" name="Google Shape;538;p43"/>
          <p:cNvSpPr txBox="1"/>
          <p:nvPr/>
        </p:nvSpPr>
        <p:spPr>
          <a:xfrm>
            <a:off x="277775" y="1254500"/>
            <a:ext cx="4776000" cy="327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The System should continue to work correctly (performing the correct function under the desired level of performance),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Even</a:t>
            </a: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in the face of adversity (hardware faults, software bugs or even human errors).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Source: Designing Data-intensive Applications Book p. 6</a:t>
            </a:r>
            <a:endParaRPr i="1" sz="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2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p44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544" name="Google Shape;544;p44"/>
          <p:cNvSpPr txBox="1"/>
          <p:nvPr>
            <p:ph type="title"/>
          </p:nvPr>
        </p:nvSpPr>
        <p:spPr>
          <a:xfrm>
            <a:off x="228600" y="640925"/>
            <a:ext cx="4637700" cy="537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Reliability?</a:t>
            </a:r>
            <a:endParaRPr/>
          </a:p>
        </p:txBody>
      </p:sp>
      <p:sp>
        <p:nvSpPr>
          <p:cNvPr id="545" name="Google Shape;545;p44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/>
              <a:t> Applications</a:t>
            </a:r>
            <a:endParaRPr/>
          </a:p>
        </p:txBody>
      </p:sp>
      <p:sp>
        <p:nvSpPr>
          <p:cNvPr id="546" name="Google Shape;546;p44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4/30</a:t>
            </a:r>
            <a:endParaRPr/>
          </a:p>
        </p:txBody>
      </p:sp>
      <p:sp>
        <p:nvSpPr>
          <p:cNvPr id="547" name="Google Shape;547;p44"/>
          <p:cNvSpPr txBox="1"/>
          <p:nvPr/>
        </p:nvSpPr>
        <p:spPr>
          <a:xfrm>
            <a:off x="277775" y="1254500"/>
            <a:ext cx="4776000" cy="327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Secret Management App Data loss:</a:t>
            </a:r>
            <a:endParaRPr b="1"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Users will not be nice if their data are lost ! and could cost you a high penalty.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Payment Service Bug:</a:t>
            </a:r>
            <a:endParaRPr b="1"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Users can lost money ! or charged many times, a real harm for them can cost your company a lot or could even close it entirely.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45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553" name="Google Shape;553;p45"/>
          <p:cNvSpPr txBox="1"/>
          <p:nvPr>
            <p:ph type="title"/>
          </p:nvPr>
        </p:nvSpPr>
        <p:spPr>
          <a:xfrm>
            <a:off x="2253150" y="1858350"/>
            <a:ext cx="4637700" cy="1426800"/>
          </a:xfrm>
          <a:prstGeom prst="rect">
            <a:avLst/>
          </a:prstGeom>
        </p:spPr>
        <p:txBody>
          <a:bodyPr anchorCtr="0" anchor="ctr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Case Study #1: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en">
                <a:solidFill>
                  <a:srgbClr val="00FFFF"/>
                </a:solidFill>
              </a:rPr>
            </a:br>
            <a:r>
              <a:rPr lang="en">
                <a:solidFill>
                  <a:srgbClr val="00FFFF"/>
                </a:solidFill>
              </a:rPr>
              <a:t>Get, Create Leads</a:t>
            </a:r>
            <a:endParaRPr>
              <a:solidFill>
                <a:srgbClr val="00FFFF"/>
              </a:solidFill>
            </a:endParaRPr>
          </a:p>
        </p:txBody>
      </p:sp>
      <p:sp>
        <p:nvSpPr>
          <p:cNvPr id="554" name="Google Shape;554;p45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/>
              <a:t> Applications</a:t>
            </a:r>
            <a:endParaRPr/>
          </a:p>
        </p:txBody>
      </p:sp>
      <p:sp>
        <p:nvSpPr>
          <p:cNvPr id="555" name="Google Shape;555;p45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5/30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p46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561" name="Google Shape;561;p46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/>
              <a:t> Applications</a:t>
            </a:r>
            <a:endParaRPr/>
          </a:p>
        </p:txBody>
      </p:sp>
      <p:sp>
        <p:nvSpPr>
          <p:cNvPr id="562" name="Google Shape;562;p46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6/30</a:t>
            </a:r>
            <a:endParaRPr/>
          </a:p>
        </p:txBody>
      </p:sp>
      <p:sp>
        <p:nvSpPr>
          <p:cNvPr id="563" name="Google Shape;563;p46"/>
          <p:cNvSpPr txBox="1"/>
          <p:nvPr/>
        </p:nvSpPr>
        <p:spPr>
          <a:xfrm>
            <a:off x="2141550" y="3554200"/>
            <a:ext cx="4954800" cy="7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What problems this code could have?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564" name="Google Shape;564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56150" y="588850"/>
            <a:ext cx="7031700" cy="3354476"/>
          </a:xfrm>
          <a:prstGeom prst="rect">
            <a:avLst/>
          </a:prstGeom>
          <a:noFill/>
          <a:ln>
            <a:noFill/>
          </a:ln>
        </p:spPr>
      </p:pic>
      <p:sp>
        <p:nvSpPr>
          <p:cNvPr id="565" name="Google Shape;565;p46"/>
          <p:cNvSpPr txBox="1"/>
          <p:nvPr>
            <p:ph type="title"/>
          </p:nvPr>
        </p:nvSpPr>
        <p:spPr>
          <a:xfrm>
            <a:off x="228600" y="387140"/>
            <a:ext cx="2181600" cy="393600"/>
          </a:xfrm>
          <a:prstGeom prst="rect">
            <a:avLst/>
          </a:prstGeom>
        </p:spPr>
        <p:txBody>
          <a:bodyPr anchorCtr="0" anchor="ctr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Get, Create Leads</a:t>
            </a:r>
            <a:endParaRPr sz="1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9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Google Shape;570;p47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571" name="Google Shape;571;p47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/>
              <a:t> Applications</a:t>
            </a:r>
            <a:endParaRPr/>
          </a:p>
        </p:txBody>
      </p:sp>
      <p:sp>
        <p:nvSpPr>
          <p:cNvPr id="572" name="Google Shape;572;p47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7/30</a:t>
            </a:r>
            <a:endParaRPr/>
          </a:p>
        </p:txBody>
      </p:sp>
      <p:sp>
        <p:nvSpPr>
          <p:cNvPr id="573" name="Google Shape;573;p47"/>
          <p:cNvSpPr txBox="1"/>
          <p:nvPr/>
        </p:nvSpPr>
        <p:spPr>
          <a:xfrm>
            <a:off x="228600" y="695550"/>
            <a:ext cx="4954800" cy="7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FFFF00"/>
                </a:solidFill>
                <a:latin typeface="Urbanist"/>
                <a:ea typeface="Urbanist"/>
                <a:cs typeface="Urbanist"/>
                <a:sym typeface="Urbanist"/>
              </a:rPr>
              <a:t>Problem #1</a:t>
            </a: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: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574" name="Google Shape;574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11688" y="1518225"/>
            <a:ext cx="4416824" cy="2107049"/>
          </a:xfrm>
          <a:prstGeom prst="rect">
            <a:avLst/>
          </a:prstGeom>
          <a:noFill/>
          <a:ln>
            <a:noFill/>
          </a:ln>
        </p:spPr>
      </p:pic>
      <p:sp>
        <p:nvSpPr>
          <p:cNvPr id="575" name="Google Shape;575;p47"/>
          <p:cNvSpPr txBox="1"/>
          <p:nvPr/>
        </p:nvSpPr>
        <p:spPr>
          <a:xfrm>
            <a:off x="228600" y="1892388"/>
            <a:ext cx="4077900" cy="101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if some exception happened during the process, 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others leads from other customers may be blocked.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76" name="Google Shape;576;p47"/>
          <p:cNvSpPr txBox="1"/>
          <p:nvPr/>
        </p:nvSpPr>
        <p:spPr>
          <a:xfrm>
            <a:off x="290850" y="3435425"/>
            <a:ext cx="4077900" cy="101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Example: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Not valid lead data, request timeout, response parsing error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77" name="Google Shape;577;p47"/>
          <p:cNvSpPr txBox="1"/>
          <p:nvPr>
            <p:ph type="title"/>
          </p:nvPr>
        </p:nvSpPr>
        <p:spPr>
          <a:xfrm>
            <a:off x="228600" y="387140"/>
            <a:ext cx="2181600" cy="393600"/>
          </a:xfrm>
          <a:prstGeom prst="rect">
            <a:avLst/>
          </a:prstGeom>
        </p:spPr>
        <p:txBody>
          <a:bodyPr anchorCtr="0" anchor="ctr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Get, Create Leads</a:t>
            </a:r>
            <a:endParaRPr sz="11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48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583" name="Google Shape;583;p48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/>
              <a:t> Applications</a:t>
            </a:r>
            <a:endParaRPr/>
          </a:p>
        </p:txBody>
      </p:sp>
      <p:sp>
        <p:nvSpPr>
          <p:cNvPr id="584" name="Google Shape;584;p48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8/30</a:t>
            </a:r>
            <a:endParaRPr/>
          </a:p>
        </p:txBody>
      </p:sp>
      <p:sp>
        <p:nvSpPr>
          <p:cNvPr id="585" name="Google Shape;585;p48"/>
          <p:cNvSpPr txBox="1"/>
          <p:nvPr/>
        </p:nvSpPr>
        <p:spPr>
          <a:xfrm>
            <a:off x="228600" y="1714425"/>
            <a:ext cx="4077900" cy="101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Error handling is required here, 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Log the error, set an alert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and continue with the other customers’ leads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586" name="Google Shape;586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92200" y="713913"/>
            <a:ext cx="3655799" cy="3715671"/>
          </a:xfrm>
          <a:prstGeom prst="rect">
            <a:avLst/>
          </a:prstGeom>
          <a:noFill/>
          <a:ln>
            <a:noFill/>
          </a:ln>
        </p:spPr>
      </p:pic>
      <p:sp>
        <p:nvSpPr>
          <p:cNvPr id="587" name="Google Shape;587;p48"/>
          <p:cNvSpPr txBox="1"/>
          <p:nvPr>
            <p:ph type="title"/>
          </p:nvPr>
        </p:nvSpPr>
        <p:spPr>
          <a:xfrm>
            <a:off x="228600" y="387140"/>
            <a:ext cx="2181600" cy="393600"/>
          </a:xfrm>
          <a:prstGeom prst="rect">
            <a:avLst/>
          </a:prstGeom>
        </p:spPr>
        <p:txBody>
          <a:bodyPr anchorCtr="0" anchor="ctr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Get, Create Leads</a:t>
            </a:r>
            <a:endParaRPr sz="1100"/>
          </a:p>
        </p:txBody>
      </p:sp>
      <p:sp>
        <p:nvSpPr>
          <p:cNvPr id="588" name="Google Shape;588;p48"/>
          <p:cNvSpPr txBox="1"/>
          <p:nvPr/>
        </p:nvSpPr>
        <p:spPr>
          <a:xfrm>
            <a:off x="228600" y="695550"/>
            <a:ext cx="4954800" cy="7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00FFFF"/>
                </a:solidFill>
                <a:latin typeface="Urbanist"/>
                <a:ea typeface="Urbanist"/>
                <a:cs typeface="Urbanist"/>
                <a:sym typeface="Urbanist"/>
              </a:rPr>
              <a:t>Solution #1:</a:t>
            </a:r>
            <a:endParaRPr sz="1900">
              <a:solidFill>
                <a:srgbClr val="00FFFF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2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p49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594" name="Google Shape;594;p49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/>
              <a:t> Applications</a:t>
            </a:r>
            <a:endParaRPr/>
          </a:p>
        </p:txBody>
      </p:sp>
      <p:sp>
        <p:nvSpPr>
          <p:cNvPr id="595" name="Google Shape;595;p49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9/30</a:t>
            </a:r>
            <a:endParaRPr/>
          </a:p>
        </p:txBody>
      </p:sp>
      <p:sp>
        <p:nvSpPr>
          <p:cNvPr id="596" name="Google Shape;596;p49"/>
          <p:cNvSpPr txBox="1"/>
          <p:nvPr/>
        </p:nvSpPr>
        <p:spPr>
          <a:xfrm>
            <a:off x="228600" y="2394888"/>
            <a:ext cx="49548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This task can create a lead twice!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- Another worker pick the next get_and_create_leads when this one is not finished yet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- Or when the task is retried for some reason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97" name="Google Shape;597;p49"/>
          <p:cNvSpPr txBox="1"/>
          <p:nvPr>
            <p:ph type="title"/>
          </p:nvPr>
        </p:nvSpPr>
        <p:spPr>
          <a:xfrm>
            <a:off x="228600" y="387140"/>
            <a:ext cx="2181600" cy="393600"/>
          </a:xfrm>
          <a:prstGeom prst="rect">
            <a:avLst/>
          </a:prstGeom>
        </p:spPr>
        <p:txBody>
          <a:bodyPr anchorCtr="0" anchor="ctr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Get, Create Leads</a:t>
            </a:r>
            <a:endParaRPr sz="1100"/>
          </a:p>
        </p:txBody>
      </p:sp>
      <p:sp>
        <p:nvSpPr>
          <p:cNvPr id="598" name="Google Shape;598;p49"/>
          <p:cNvSpPr txBox="1"/>
          <p:nvPr/>
        </p:nvSpPr>
        <p:spPr>
          <a:xfrm>
            <a:off x="228600" y="695550"/>
            <a:ext cx="4954800" cy="7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FFFF00"/>
                </a:solidFill>
                <a:latin typeface="Urbanist"/>
                <a:ea typeface="Urbanist"/>
                <a:cs typeface="Urbanist"/>
                <a:sym typeface="Urbanist"/>
              </a:rPr>
              <a:t>Problem #2</a:t>
            </a: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: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599" name="Google Shape;599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92200" y="713913"/>
            <a:ext cx="3655799" cy="37156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603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p50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605" name="Google Shape;605;p50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/>
              <a:t> Applications</a:t>
            </a:r>
            <a:endParaRPr/>
          </a:p>
        </p:txBody>
      </p:sp>
      <p:sp>
        <p:nvSpPr>
          <p:cNvPr id="606" name="Google Shape;606;p50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10/30</a:t>
            </a:r>
            <a:endParaRPr/>
          </a:p>
        </p:txBody>
      </p:sp>
      <p:sp>
        <p:nvSpPr>
          <p:cNvPr id="607" name="Google Shape;607;p50"/>
          <p:cNvSpPr txBox="1"/>
          <p:nvPr/>
        </p:nvSpPr>
        <p:spPr>
          <a:xfrm>
            <a:off x="228600" y="1714425"/>
            <a:ext cx="4077900" cy="101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Use get_or_create instead of create, but with a UNIQUE db constraint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08" name="Google Shape;608;p50"/>
          <p:cNvSpPr txBox="1"/>
          <p:nvPr>
            <p:ph type="title"/>
          </p:nvPr>
        </p:nvSpPr>
        <p:spPr>
          <a:xfrm>
            <a:off x="228600" y="387140"/>
            <a:ext cx="2181600" cy="393600"/>
          </a:xfrm>
          <a:prstGeom prst="rect">
            <a:avLst/>
          </a:prstGeom>
        </p:spPr>
        <p:txBody>
          <a:bodyPr anchorCtr="0" anchor="ctr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Get, Create Leads</a:t>
            </a:r>
            <a:endParaRPr sz="1100"/>
          </a:p>
        </p:txBody>
      </p:sp>
      <p:sp>
        <p:nvSpPr>
          <p:cNvPr id="609" name="Google Shape;609;p50"/>
          <p:cNvSpPr txBox="1"/>
          <p:nvPr/>
        </p:nvSpPr>
        <p:spPr>
          <a:xfrm>
            <a:off x="228600" y="695550"/>
            <a:ext cx="4954800" cy="7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00FFFF"/>
                </a:solidFill>
                <a:latin typeface="Urbanist"/>
                <a:ea typeface="Urbanist"/>
                <a:cs typeface="Urbanist"/>
                <a:sym typeface="Urbanist"/>
              </a:rPr>
              <a:t>Solution #2:</a:t>
            </a:r>
            <a:endParaRPr sz="1900">
              <a:solidFill>
                <a:srgbClr val="00FFFF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610" name="Google Shape;610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85625" y="387138"/>
            <a:ext cx="3655801" cy="42038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4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Google Shape;615;p51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616" name="Google Shape;616;p51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/>
              <a:t> Applications</a:t>
            </a:r>
            <a:endParaRPr/>
          </a:p>
        </p:txBody>
      </p:sp>
      <p:sp>
        <p:nvSpPr>
          <p:cNvPr id="617" name="Google Shape;617;p51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11/30</a:t>
            </a:r>
            <a:endParaRPr/>
          </a:p>
        </p:txBody>
      </p:sp>
      <p:sp>
        <p:nvSpPr>
          <p:cNvPr id="618" name="Google Shape;618;p51"/>
          <p:cNvSpPr txBox="1"/>
          <p:nvPr/>
        </p:nvSpPr>
        <p:spPr>
          <a:xfrm>
            <a:off x="228600" y="2394888"/>
            <a:ext cx="49548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Task can take long time, and exceeds worker time limit!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- It will be killed before getting all leads.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- This task can block other fast track tasks because of its long running time!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19" name="Google Shape;619;p51"/>
          <p:cNvSpPr txBox="1"/>
          <p:nvPr>
            <p:ph type="title"/>
          </p:nvPr>
        </p:nvSpPr>
        <p:spPr>
          <a:xfrm>
            <a:off x="228600" y="387140"/>
            <a:ext cx="2181600" cy="393600"/>
          </a:xfrm>
          <a:prstGeom prst="rect">
            <a:avLst/>
          </a:prstGeom>
        </p:spPr>
        <p:txBody>
          <a:bodyPr anchorCtr="0" anchor="ctr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Get, Create Leads</a:t>
            </a:r>
            <a:endParaRPr sz="1100"/>
          </a:p>
        </p:txBody>
      </p:sp>
      <p:sp>
        <p:nvSpPr>
          <p:cNvPr id="620" name="Google Shape;620;p51"/>
          <p:cNvSpPr txBox="1"/>
          <p:nvPr/>
        </p:nvSpPr>
        <p:spPr>
          <a:xfrm>
            <a:off x="228600" y="695550"/>
            <a:ext cx="4954800" cy="7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FFFF00"/>
                </a:solidFill>
                <a:latin typeface="Urbanist"/>
                <a:ea typeface="Urbanist"/>
                <a:cs typeface="Urbanist"/>
                <a:sym typeface="Urbanist"/>
              </a:rPr>
              <a:t>Problem #3</a:t>
            </a: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: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621" name="Google Shape;621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85625" y="387138"/>
            <a:ext cx="3655801" cy="42038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625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52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627" name="Google Shape;627;p52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/>
              <a:t> Applications</a:t>
            </a:r>
            <a:endParaRPr/>
          </a:p>
        </p:txBody>
      </p:sp>
      <p:sp>
        <p:nvSpPr>
          <p:cNvPr id="628" name="Google Shape;628;p52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12/30</a:t>
            </a:r>
            <a:endParaRPr/>
          </a:p>
        </p:txBody>
      </p:sp>
      <p:sp>
        <p:nvSpPr>
          <p:cNvPr id="629" name="Google Shape;629;p52"/>
          <p:cNvSpPr txBox="1"/>
          <p:nvPr/>
        </p:nvSpPr>
        <p:spPr>
          <a:xfrm>
            <a:off x="228600" y="1714425"/>
            <a:ext cx="4296300" cy="267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Optimization: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Urbanist"/>
              <a:buChar char="-"/>
            </a:pPr>
            <a:r>
              <a:rPr lang="en" sz="15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Do it in batches, each batch could have 10 customers for example.</a:t>
            </a:r>
            <a:endParaRPr sz="15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Urbanist"/>
              <a:buChar char="-"/>
            </a:pPr>
            <a:r>
              <a:rPr lang="en" sz="15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Create leads in bulk instead of one by one, this could produce a significant improvement (add ignore_conflicts).</a:t>
            </a:r>
            <a:endParaRPr sz="15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Urbanist"/>
              <a:buChar char="-"/>
            </a:pPr>
            <a:r>
              <a:rPr lang="en" sz="15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Create a special queue for long running tasks to avoid blocking the fast track tasks.</a:t>
            </a:r>
            <a:endParaRPr sz="15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30" name="Google Shape;630;p52"/>
          <p:cNvSpPr txBox="1"/>
          <p:nvPr>
            <p:ph type="title"/>
          </p:nvPr>
        </p:nvSpPr>
        <p:spPr>
          <a:xfrm>
            <a:off x="228600" y="387140"/>
            <a:ext cx="2181600" cy="393600"/>
          </a:xfrm>
          <a:prstGeom prst="rect">
            <a:avLst/>
          </a:prstGeom>
        </p:spPr>
        <p:txBody>
          <a:bodyPr anchorCtr="0" anchor="ctr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Get, Create Leads</a:t>
            </a:r>
            <a:endParaRPr sz="1100"/>
          </a:p>
        </p:txBody>
      </p:sp>
      <p:sp>
        <p:nvSpPr>
          <p:cNvPr id="631" name="Google Shape;631;p52"/>
          <p:cNvSpPr txBox="1"/>
          <p:nvPr/>
        </p:nvSpPr>
        <p:spPr>
          <a:xfrm>
            <a:off x="228600" y="695550"/>
            <a:ext cx="4954800" cy="7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00FFFF"/>
                </a:solidFill>
                <a:latin typeface="Urbanist"/>
                <a:ea typeface="Urbanist"/>
                <a:cs typeface="Urbanist"/>
                <a:sym typeface="Urbanist"/>
              </a:rPr>
              <a:t>Solution #3:</a:t>
            </a:r>
            <a:endParaRPr sz="1900">
              <a:solidFill>
                <a:srgbClr val="00FFFF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5" name="Shape 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Google Shape;636;p53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637" name="Google Shape;637;p53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/>
              <a:t> Applications</a:t>
            </a:r>
            <a:endParaRPr/>
          </a:p>
        </p:txBody>
      </p:sp>
      <p:sp>
        <p:nvSpPr>
          <p:cNvPr id="638" name="Google Shape;638;p53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13/30</a:t>
            </a:r>
            <a:endParaRPr/>
          </a:p>
        </p:txBody>
      </p:sp>
      <p:sp>
        <p:nvSpPr>
          <p:cNvPr id="639" name="Google Shape;639;p53"/>
          <p:cNvSpPr txBox="1"/>
          <p:nvPr/>
        </p:nvSpPr>
        <p:spPr>
          <a:xfrm>
            <a:off x="228600" y="2394888"/>
            <a:ext cx="49548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Scheduler publishes this task every 30 seconds, even when the previous execution is still running.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       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Another worker can therefore execute the same synchronization concurrently and attempt to create the same leads.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40" name="Google Shape;640;p53"/>
          <p:cNvSpPr txBox="1"/>
          <p:nvPr>
            <p:ph type="title"/>
          </p:nvPr>
        </p:nvSpPr>
        <p:spPr>
          <a:xfrm>
            <a:off x="228600" y="387140"/>
            <a:ext cx="2181600" cy="393600"/>
          </a:xfrm>
          <a:prstGeom prst="rect">
            <a:avLst/>
          </a:prstGeom>
        </p:spPr>
        <p:txBody>
          <a:bodyPr anchorCtr="0" anchor="ctr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Get, Create Leads</a:t>
            </a:r>
            <a:endParaRPr sz="1100"/>
          </a:p>
        </p:txBody>
      </p:sp>
      <p:sp>
        <p:nvSpPr>
          <p:cNvPr id="641" name="Google Shape;641;p53"/>
          <p:cNvSpPr txBox="1"/>
          <p:nvPr/>
        </p:nvSpPr>
        <p:spPr>
          <a:xfrm>
            <a:off x="228600" y="695550"/>
            <a:ext cx="4954800" cy="7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FFFF00"/>
                </a:solidFill>
                <a:latin typeface="Urbanist"/>
                <a:ea typeface="Urbanist"/>
                <a:cs typeface="Urbanist"/>
                <a:sym typeface="Urbanist"/>
              </a:rPr>
              <a:t>Problem #4</a:t>
            </a: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: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642" name="Google Shape;642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85625" y="387138"/>
            <a:ext cx="3655801" cy="42038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646" name="Shape 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Google Shape;647;p54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648" name="Google Shape;648;p54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/>
              <a:t> Applications</a:t>
            </a:r>
            <a:endParaRPr/>
          </a:p>
        </p:txBody>
      </p:sp>
      <p:sp>
        <p:nvSpPr>
          <p:cNvPr id="649" name="Google Shape;649;p54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14/30</a:t>
            </a:r>
            <a:endParaRPr/>
          </a:p>
        </p:txBody>
      </p:sp>
      <p:sp>
        <p:nvSpPr>
          <p:cNvPr id="650" name="Google Shape;650;p54"/>
          <p:cNvSpPr txBox="1"/>
          <p:nvPr/>
        </p:nvSpPr>
        <p:spPr>
          <a:xfrm>
            <a:off x="296850" y="1410463"/>
            <a:ext cx="5715600" cy="263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Distributed lock</a:t>
            </a:r>
            <a:r>
              <a:rPr lang="en" sz="17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:</a:t>
            </a:r>
            <a:endParaRPr sz="17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Use a distributed lock with one stable key, such as:</a:t>
            </a:r>
            <a:endParaRPr sz="11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       locks:sync_all_leads</a:t>
            </a:r>
            <a:endParaRPr sz="11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Acquire it atomically with SET NX EX, use a unique ownership token,</a:t>
            </a:r>
            <a:endParaRPr sz="11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and release it only if the token still belongs to this worker.</a:t>
            </a:r>
            <a:endParaRPr sz="11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       </a:t>
            </a:r>
            <a:endParaRPr sz="11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The expiration prevents a crashed worker from leaving a stale lock.</a:t>
            </a:r>
            <a:endParaRPr sz="11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       </a:t>
            </a:r>
            <a:endParaRPr sz="11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However, the lock is not the primary protection against duplicates.</a:t>
            </a:r>
            <a:endParaRPr sz="11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Lead creation must still be idempotent and protected by a database</a:t>
            </a:r>
            <a:endParaRPr sz="11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unique constraint because locks can expire or fail.</a:t>
            </a:r>
            <a:endParaRPr sz="11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51" name="Google Shape;651;p54"/>
          <p:cNvSpPr txBox="1"/>
          <p:nvPr>
            <p:ph type="title"/>
          </p:nvPr>
        </p:nvSpPr>
        <p:spPr>
          <a:xfrm>
            <a:off x="228600" y="387140"/>
            <a:ext cx="2181600" cy="393600"/>
          </a:xfrm>
          <a:prstGeom prst="rect">
            <a:avLst/>
          </a:prstGeom>
        </p:spPr>
        <p:txBody>
          <a:bodyPr anchorCtr="0" anchor="ctr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Get, Create Leads</a:t>
            </a:r>
            <a:endParaRPr sz="1100"/>
          </a:p>
        </p:txBody>
      </p:sp>
      <p:sp>
        <p:nvSpPr>
          <p:cNvPr id="652" name="Google Shape;652;p54"/>
          <p:cNvSpPr txBox="1"/>
          <p:nvPr/>
        </p:nvSpPr>
        <p:spPr>
          <a:xfrm>
            <a:off x="228600" y="695550"/>
            <a:ext cx="4954800" cy="7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00FFFF"/>
                </a:solidFill>
                <a:latin typeface="Urbanist"/>
                <a:ea typeface="Urbanist"/>
                <a:cs typeface="Urbanist"/>
                <a:sym typeface="Urbanist"/>
              </a:rPr>
              <a:t>Solution #4:</a:t>
            </a:r>
            <a:endParaRPr sz="1900">
              <a:solidFill>
                <a:srgbClr val="00FFFF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6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luminous galaxy in space. " id="657" name="Google Shape;657;p55"/>
          <p:cNvPicPr preferRelativeResize="0"/>
          <p:nvPr/>
        </p:nvPicPr>
        <p:blipFill rotWithShape="1">
          <a:blip r:embed="rId3">
            <a:alphaModFix amt="50000"/>
          </a:blip>
          <a:srcRect b="1961" l="0" r="0" t="6840"/>
          <a:stretch/>
        </p:blipFill>
        <p:spPr>
          <a:xfrm>
            <a:off x="0" y="-3250"/>
            <a:ext cx="9144003" cy="4686976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55"/>
          <p:cNvSpPr txBox="1"/>
          <p:nvPr>
            <p:ph type="title"/>
          </p:nvPr>
        </p:nvSpPr>
        <p:spPr>
          <a:xfrm>
            <a:off x="320625" y="1782838"/>
            <a:ext cx="4432200" cy="11148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Less of Reliability is a less of imagination</a:t>
            </a:r>
            <a:endParaRPr sz="2200">
              <a:solidFill>
                <a:schemeClr val="accent3"/>
              </a:solidFill>
            </a:endParaRPr>
          </a:p>
        </p:txBody>
      </p:sp>
      <p:sp>
        <p:nvSpPr>
          <p:cNvPr id="659" name="Google Shape;659;p55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660" name="Google Shape;660;p55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15/30</a:t>
            </a:r>
            <a:r>
              <a:rPr lang="en"/>
              <a:t/>
            </a:r>
            <a:endParaRPr/>
          </a:p>
        </p:txBody>
      </p:sp>
      <p:sp>
        <p:nvSpPr>
          <p:cNvPr id="661" name="Google Shape;661;p55"/>
          <p:cNvSpPr txBox="1"/>
          <p:nvPr>
            <p:ph idx="1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/>
              <a:t> Applications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p56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667" name="Google Shape;667;p56"/>
          <p:cNvSpPr txBox="1"/>
          <p:nvPr>
            <p:ph type="title"/>
          </p:nvPr>
        </p:nvSpPr>
        <p:spPr>
          <a:xfrm>
            <a:off x="2253150" y="1858350"/>
            <a:ext cx="4637700" cy="1426800"/>
          </a:xfrm>
          <a:prstGeom prst="rect">
            <a:avLst/>
          </a:prstGeom>
        </p:spPr>
        <p:txBody>
          <a:bodyPr anchorCtr="0" anchor="ctr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Case Study #2: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FFF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FFFF"/>
                </a:solidFill>
              </a:rPr>
              <a:t>Sending WhatsApp Messages</a:t>
            </a:r>
            <a:endParaRPr>
              <a:solidFill>
                <a:srgbClr val="00FFFF"/>
              </a:solidFill>
            </a:endParaRPr>
          </a:p>
        </p:txBody>
      </p:sp>
      <p:sp>
        <p:nvSpPr>
          <p:cNvPr id="668" name="Google Shape;668;p56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/>
              <a:t> Applications</a:t>
            </a:r>
            <a:endParaRPr/>
          </a:p>
        </p:txBody>
      </p:sp>
      <p:sp>
        <p:nvSpPr>
          <p:cNvPr id="669" name="Google Shape;669;p56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16/30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3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p57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675" name="Google Shape;675;p57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/>
              <a:t> Applications</a:t>
            </a:r>
            <a:endParaRPr/>
          </a:p>
        </p:txBody>
      </p:sp>
      <p:sp>
        <p:nvSpPr>
          <p:cNvPr id="676" name="Google Shape;676;p57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17/30</a:t>
            </a:r>
            <a:endParaRPr/>
          </a:p>
        </p:txBody>
      </p:sp>
      <p:sp>
        <p:nvSpPr>
          <p:cNvPr id="677" name="Google Shape;677;p57"/>
          <p:cNvSpPr txBox="1"/>
          <p:nvPr/>
        </p:nvSpPr>
        <p:spPr>
          <a:xfrm>
            <a:off x="4022825" y="2053175"/>
            <a:ext cx="3692400" cy="154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What problems this code could have?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78" name="Google Shape;678;p57"/>
          <p:cNvSpPr txBox="1"/>
          <p:nvPr>
            <p:ph type="title"/>
          </p:nvPr>
        </p:nvSpPr>
        <p:spPr>
          <a:xfrm>
            <a:off x="228600" y="387140"/>
            <a:ext cx="2181600" cy="393600"/>
          </a:xfrm>
          <a:prstGeom prst="rect">
            <a:avLst/>
          </a:prstGeom>
        </p:spPr>
        <p:txBody>
          <a:bodyPr anchorCtr="0" anchor="ctr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Sending WhatsApp Messages</a:t>
            </a:r>
            <a:endParaRPr sz="1100"/>
          </a:p>
        </p:txBody>
      </p:sp>
      <p:pic>
        <p:nvPicPr>
          <p:cNvPr id="679" name="Google Shape;679;p5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9950" y="780750"/>
            <a:ext cx="3320049" cy="38524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3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p58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685" name="Google Shape;685;p58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/>
              <a:t> Applications</a:t>
            </a:r>
            <a:endParaRPr/>
          </a:p>
        </p:txBody>
      </p:sp>
      <p:sp>
        <p:nvSpPr>
          <p:cNvPr id="686" name="Google Shape;686;p58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18/30</a:t>
            </a:r>
            <a:endParaRPr/>
          </a:p>
        </p:txBody>
      </p:sp>
      <p:sp>
        <p:nvSpPr>
          <p:cNvPr id="687" name="Google Shape;687;p58"/>
          <p:cNvSpPr txBox="1"/>
          <p:nvPr/>
        </p:nvSpPr>
        <p:spPr>
          <a:xfrm>
            <a:off x="228600" y="2394888"/>
            <a:ext cx="49548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Sending to WhatsApp fails: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If the message is created in the db but the sending to WhatsApp fails,</a:t>
            </a:r>
            <a:endParaRPr sz="15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the message will be stuck in PENDING status and will never be sent.</a:t>
            </a:r>
            <a:endParaRPr sz="15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88" name="Google Shape;688;p58"/>
          <p:cNvSpPr txBox="1"/>
          <p:nvPr/>
        </p:nvSpPr>
        <p:spPr>
          <a:xfrm>
            <a:off x="228600" y="695550"/>
            <a:ext cx="4954800" cy="7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FFFF00"/>
                </a:solidFill>
                <a:latin typeface="Urbanist"/>
                <a:ea typeface="Urbanist"/>
                <a:cs typeface="Urbanist"/>
                <a:sym typeface="Urbanist"/>
              </a:rPr>
              <a:t>Problem #1</a:t>
            </a: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: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89" name="Google Shape;689;p58"/>
          <p:cNvSpPr txBox="1"/>
          <p:nvPr>
            <p:ph type="title"/>
          </p:nvPr>
        </p:nvSpPr>
        <p:spPr>
          <a:xfrm>
            <a:off x="228600" y="387140"/>
            <a:ext cx="2181600" cy="393600"/>
          </a:xfrm>
          <a:prstGeom prst="rect">
            <a:avLst/>
          </a:prstGeom>
        </p:spPr>
        <p:txBody>
          <a:bodyPr anchorCtr="0" anchor="ctr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Sending WhatsApp Messages</a:t>
            </a:r>
            <a:endParaRPr sz="1100"/>
          </a:p>
        </p:txBody>
      </p:sp>
      <p:pic>
        <p:nvPicPr>
          <p:cNvPr id="690" name="Google Shape;690;p5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53175" y="695550"/>
            <a:ext cx="3320049" cy="38524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4" name="Shape 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Google Shape;695;p59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696" name="Google Shape;696;p59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/>
              <a:t> Applications</a:t>
            </a:r>
            <a:endParaRPr/>
          </a:p>
        </p:txBody>
      </p:sp>
      <p:sp>
        <p:nvSpPr>
          <p:cNvPr id="697" name="Google Shape;697;p59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19/30</a:t>
            </a:r>
            <a:endParaRPr/>
          </a:p>
        </p:txBody>
      </p:sp>
      <p:sp>
        <p:nvSpPr>
          <p:cNvPr id="698" name="Google Shape;698;p59"/>
          <p:cNvSpPr txBox="1"/>
          <p:nvPr/>
        </p:nvSpPr>
        <p:spPr>
          <a:xfrm>
            <a:off x="228600" y="2394888"/>
            <a:ext cx="49548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Retry: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we can use a retry mechanism to retry sending the message if it fails,</a:t>
            </a:r>
            <a:endParaRPr sz="15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en" sz="15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</a:br>
            <a:r>
              <a:rPr lang="en" sz="15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and set that in the status of the message to FAILED if it fails after a certain number of retries, </a:t>
            </a:r>
            <a:endParaRPr sz="15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en" sz="15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</a:br>
            <a:r>
              <a:rPr lang="en" sz="15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and we can have a separate task to retry sending the failed messages.</a:t>
            </a:r>
            <a:endParaRPr sz="15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99" name="Google Shape;699;p59"/>
          <p:cNvSpPr txBox="1"/>
          <p:nvPr/>
        </p:nvSpPr>
        <p:spPr>
          <a:xfrm>
            <a:off x="228600" y="695550"/>
            <a:ext cx="4954800" cy="7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00FFFF"/>
                </a:solidFill>
                <a:latin typeface="Urbanist"/>
                <a:ea typeface="Urbanist"/>
                <a:cs typeface="Urbanist"/>
                <a:sym typeface="Urbanist"/>
              </a:rPr>
              <a:t>Solution #1:</a:t>
            </a:r>
            <a:endParaRPr sz="1900">
              <a:solidFill>
                <a:srgbClr val="00FFFF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00" name="Google Shape;700;p59"/>
          <p:cNvSpPr txBox="1"/>
          <p:nvPr>
            <p:ph type="title"/>
          </p:nvPr>
        </p:nvSpPr>
        <p:spPr>
          <a:xfrm>
            <a:off x="228600" y="387140"/>
            <a:ext cx="2181600" cy="393600"/>
          </a:xfrm>
          <a:prstGeom prst="rect">
            <a:avLst/>
          </a:prstGeom>
        </p:spPr>
        <p:txBody>
          <a:bodyPr anchorCtr="0" anchor="ctr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Sending WhatsApp Messages</a:t>
            </a:r>
            <a:endParaRPr sz="11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4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p60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706" name="Google Shape;706;p60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/>
              <a:t> Applications</a:t>
            </a:r>
            <a:endParaRPr/>
          </a:p>
        </p:txBody>
      </p:sp>
      <p:sp>
        <p:nvSpPr>
          <p:cNvPr id="707" name="Google Shape;707;p60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20/30</a:t>
            </a:r>
            <a:endParaRPr/>
          </a:p>
        </p:txBody>
      </p:sp>
      <p:sp>
        <p:nvSpPr>
          <p:cNvPr id="708" name="Google Shape;708;p60"/>
          <p:cNvSpPr txBox="1"/>
          <p:nvPr/>
        </p:nvSpPr>
        <p:spPr>
          <a:xfrm>
            <a:off x="228600" y="2394888"/>
            <a:ext cx="49548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Sending to WA can cost time!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This can slow down the system.</a:t>
            </a:r>
            <a:endParaRPr sz="15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09" name="Google Shape;709;p60"/>
          <p:cNvSpPr txBox="1"/>
          <p:nvPr/>
        </p:nvSpPr>
        <p:spPr>
          <a:xfrm>
            <a:off x="228600" y="695550"/>
            <a:ext cx="4954800" cy="7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FFFF00"/>
                </a:solidFill>
                <a:latin typeface="Urbanist"/>
                <a:ea typeface="Urbanist"/>
                <a:cs typeface="Urbanist"/>
                <a:sym typeface="Urbanist"/>
              </a:rPr>
              <a:t>Problem #2</a:t>
            </a: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: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10" name="Google Shape;710;p60"/>
          <p:cNvSpPr txBox="1"/>
          <p:nvPr>
            <p:ph type="title"/>
          </p:nvPr>
        </p:nvSpPr>
        <p:spPr>
          <a:xfrm>
            <a:off x="228600" y="387140"/>
            <a:ext cx="2181600" cy="393600"/>
          </a:xfrm>
          <a:prstGeom prst="rect">
            <a:avLst/>
          </a:prstGeom>
        </p:spPr>
        <p:txBody>
          <a:bodyPr anchorCtr="0" anchor="ctr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Sending WhatsApp Messages</a:t>
            </a:r>
            <a:endParaRPr sz="1100"/>
          </a:p>
        </p:txBody>
      </p:sp>
      <p:pic>
        <p:nvPicPr>
          <p:cNvPr id="711" name="Google Shape;711;p6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53175" y="695550"/>
            <a:ext cx="3320049" cy="38524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5" name="Shape 7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Google Shape;716;p61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717" name="Google Shape;717;p61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/>
              <a:t> Applications</a:t>
            </a:r>
            <a:endParaRPr/>
          </a:p>
        </p:txBody>
      </p:sp>
      <p:sp>
        <p:nvSpPr>
          <p:cNvPr id="718" name="Google Shape;718;p61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21/30</a:t>
            </a:r>
            <a:endParaRPr/>
          </a:p>
        </p:txBody>
      </p:sp>
      <p:sp>
        <p:nvSpPr>
          <p:cNvPr id="719" name="Google Shape;719;p61"/>
          <p:cNvSpPr txBox="1"/>
          <p:nvPr/>
        </p:nvSpPr>
        <p:spPr>
          <a:xfrm>
            <a:off x="228600" y="2394888"/>
            <a:ext cx="49548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Make it a background job: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we can use a separate task to send the message to WhatsApp in background.</a:t>
            </a:r>
            <a:endParaRPr sz="15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20" name="Google Shape;720;p61"/>
          <p:cNvSpPr txBox="1"/>
          <p:nvPr/>
        </p:nvSpPr>
        <p:spPr>
          <a:xfrm>
            <a:off x="228600" y="695550"/>
            <a:ext cx="4954800" cy="7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00FFFF"/>
                </a:solidFill>
                <a:latin typeface="Urbanist"/>
                <a:ea typeface="Urbanist"/>
                <a:cs typeface="Urbanist"/>
                <a:sym typeface="Urbanist"/>
              </a:rPr>
              <a:t>Solution #2:</a:t>
            </a:r>
            <a:endParaRPr sz="1900">
              <a:solidFill>
                <a:srgbClr val="00FFFF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21" name="Google Shape;721;p61"/>
          <p:cNvSpPr txBox="1"/>
          <p:nvPr>
            <p:ph type="title"/>
          </p:nvPr>
        </p:nvSpPr>
        <p:spPr>
          <a:xfrm>
            <a:off x="228600" y="387140"/>
            <a:ext cx="2181600" cy="393600"/>
          </a:xfrm>
          <a:prstGeom prst="rect">
            <a:avLst/>
          </a:prstGeom>
        </p:spPr>
        <p:txBody>
          <a:bodyPr anchorCtr="0" anchor="ctr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Sending WhatsApp Messages</a:t>
            </a:r>
            <a:endParaRPr sz="1100"/>
          </a:p>
        </p:txBody>
      </p:sp>
      <p:pic>
        <p:nvPicPr>
          <p:cNvPr id="722" name="Google Shape;722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53175" y="695550"/>
            <a:ext cx="3320049" cy="38524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6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p62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728" name="Google Shape;728;p62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/>
              <a:t> Applications</a:t>
            </a:r>
            <a:endParaRPr/>
          </a:p>
        </p:txBody>
      </p:sp>
      <p:sp>
        <p:nvSpPr>
          <p:cNvPr id="729" name="Google Shape;729;p62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22/30</a:t>
            </a:r>
            <a:endParaRPr/>
          </a:p>
        </p:txBody>
      </p:sp>
      <p:sp>
        <p:nvSpPr>
          <p:cNvPr id="730" name="Google Shape;730;p62"/>
          <p:cNvSpPr txBox="1"/>
          <p:nvPr/>
        </p:nvSpPr>
        <p:spPr>
          <a:xfrm>
            <a:off x="228600" y="2394888"/>
            <a:ext cx="49548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Sending task may not find the message in DB!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Firing the task and executing it was faster than the create DB transaction.</a:t>
            </a:r>
            <a:endParaRPr sz="15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31" name="Google Shape;731;p62"/>
          <p:cNvSpPr txBox="1"/>
          <p:nvPr/>
        </p:nvSpPr>
        <p:spPr>
          <a:xfrm>
            <a:off x="228600" y="695550"/>
            <a:ext cx="4954800" cy="7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FFFF00"/>
                </a:solidFill>
                <a:latin typeface="Urbanist"/>
                <a:ea typeface="Urbanist"/>
                <a:cs typeface="Urbanist"/>
                <a:sym typeface="Urbanist"/>
              </a:rPr>
              <a:t>Problem #3</a:t>
            </a: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: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32" name="Google Shape;732;p62"/>
          <p:cNvSpPr txBox="1"/>
          <p:nvPr>
            <p:ph type="title"/>
          </p:nvPr>
        </p:nvSpPr>
        <p:spPr>
          <a:xfrm>
            <a:off x="228600" y="387140"/>
            <a:ext cx="2181600" cy="393600"/>
          </a:xfrm>
          <a:prstGeom prst="rect">
            <a:avLst/>
          </a:prstGeom>
        </p:spPr>
        <p:txBody>
          <a:bodyPr anchorCtr="0" anchor="ctr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Sending WhatsApp Messages</a:t>
            </a:r>
            <a:endParaRPr sz="1100"/>
          </a:p>
        </p:txBody>
      </p:sp>
      <p:pic>
        <p:nvPicPr>
          <p:cNvPr id="733" name="Google Shape;733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53175" y="695550"/>
            <a:ext cx="3320049" cy="38524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63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739" name="Google Shape;739;p63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/>
              <a:t> Applications</a:t>
            </a:r>
            <a:endParaRPr/>
          </a:p>
        </p:txBody>
      </p:sp>
      <p:sp>
        <p:nvSpPr>
          <p:cNvPr id="740" name="Google Shape;740;p63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23/30</a:t>
            </a:r>
            <a:endParaRPr/>
          </a:p>
        </p:txBody>
      </p:sp>
      <p:sp>
        <p:nvSpPr>
          <p:cNvPr id="741" name="Google Shape;741;p63"/>
          <p:cNvSpPr txBox="1"/>
          <p:nvPr/>
        </p:nvSpPr>
        <p:spPr>
          <a:xfrm>
            <a:off x="228600" y="2394888"/>
            <a:ext cx="49548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Retry or Sleep ? 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It may help, but it will cause more processing and blocking time for the workers.</a:t>
            </a:r>
            <a:endParaRPr sz="15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And what if the fail keeps happening, how to check the failed sends?</a:t>
            </a:r>
            <a:endParaRPr sz="15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Digging into the logs ?!</a:t>
            </a:r>
            <a:endParaRPr sz="15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42" name="Google Shape;742;p63"/>
          <p:cNvSpPr txBox="1"/>
          <p:nvPr/>
        </p:nvSpPr>
        <p:spPr>
          <a:xfrm>
            <a:off x="228600" y="695550"/>
            <a:ext cx="4954800" cy="7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00FFFF"/>
                </a:solidFill>
                <a:latin typeface="Urbanist"/>
                <a:ea typeface="Urbanist"/>
                <a:cs typeface="Urbanist"/>
                <a:sym typeface="Urbanist"/>
              </a:rPr>
              <a:t>Solution #3:</a:t>
            </a:r>
            <a:endParaRPr sz="1900">
              <a:solidFill>
                <a:srgbClr val="00FFFF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43" name="Google Shape;743;p63"/>
          <p:cNvSpPr txBox="1"/>
          <p:nvPr>
            <p:ph type="title"/>
          </p:nvPr>
        </p:nvSpPr>
        <p:spPr>
          <a:xfrm>
            <a:off x="228600" y="387140"/>
            <a:ext cx="2181600" cy="393600"/>
          </a:xfrm>
          <a:prstGeom prst="rect">
            <a:avLst/>
          </a:prstGeom>
        </p:spPr>
        <p:txBody>
          <a:bodyPr anchorCtr="0" anchor="ctr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Sending WhatsApp Messages</a:t>
            </a:r>
            <a:endParaRPr sz="1100"/>
          </a:p>
        </p:txBody>
      </p:sp>
      <p:pic>
        <p:nvPicPr>
          <p:cNvPr id="744" name="Google Shape;744;p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53175" y="695550"/>
            <a:ext cx="3320049" cy="38524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64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750" name="Google Shape;750;p64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/>
              <a:t> Applications</a:t>
            </a:r>
            <a:endParaRPr/>
          </a:p>
        </p:txBody>
      </p:sp>
      <p:sp>
        <p:nvSpPr>
          <p:cNvPr id="751" name="Google Shape;751;p64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24/30</a:t>
            </a:r>
            <a:endParaRPr/>
          </a:p>
        </p:txBody>
      </p:sp>
      <p:sp>
        <p:nvSpPr>
          <p:cNvPr id="752" name="Google Shape;752;p64"/>
          <p:cNvSpPr txBox="1"/>
          <p:nvPr/>
        </p:nvSpPr>
        <p:spPr>
          <a:xfrm>
            <a:off x="228600" y="2394888"/>
            <a:ext cx="49548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Outbox Pattern!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The simplest </a:t>
            </a:r>
            <a:r>
              <a:rPr lang="en" sz="1200">
                <a:solidFill>
                  <a:srgbClr val="FFC66D"/>
                </a:solidFill>
                <a:latin typeface="Urbanist"/>
                <a:ea typeface="Urbanist"/>
                <a:cs typeface="Urbanist"/>
                <a:sym typeface="Urbanist"/>
              </a:rPr>
              <a:t>definition</a:t>
            </a: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of the outbox pattern: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       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The transactional outbox prevents an external action from being forgotten  after a database transaction commits.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It atomically saves the business change and a durable record of the external work that must happen later.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53" name="Google Shape;753;p64"/>
          <p:cNvSpPr txBox="1"/>
          <p:nvPr/>
        </p:nvSpPr>
        <p:spPr>
          <a:xfrm>
            <a:off x="228600" y="695550"/>
            <a:ext cx="4954800" cy="7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00FFFF"/>
                </a:solidFill>
                <a:latin typeface="Urbanist"/>
                <a:ea typeface="Urbanist"/>
                <a:cs typeface="Urbanist"/>
                <a:sym typeface="Urbanist"/>
              </a:rPr>
              <a:t>Solution #3:</a:t>
            </a:r>
            <a:endParaRPr sz="1900">
              <a:solidFill>
                <a:srgbClr val="00FFFF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54" name="Google Shape;754;p64"/>
          <p:cNvSpPr txBox="1"/>
          <p:nvPr>
            <p:ph type="title"/>
          </p:nvPr>
        </p:nvSpPr>
        <p:spPr>
          <a:xfrm>
            <a:off x="228600" y="387140"/>
            <a:ext cx="2181600" cy="393600"/>
          </a:xfrm>
          <a:prstGeom prst="rect">
            <a:avLst/>
          </a:prstGeom>
        </p:spPr>
        <p:txBody>
          <a:bodyPr anchorCtr="0" anchor="ctr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Sending WhatsApp Messages</a:t>
            </a:r>
            <a:endParaRPr sz="1100"/>
          </a:p>
        </p:txBody>
      </p:sp>
      <p:pic>
        <p:nvPicPr>
          <p:cNvPr id="755" name="Google Shape;755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35600" y="1382013"/>
            <a:ext cx="3655803" cy="23794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65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761" name="Google Shape;761;p65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/>
              <a:t> Applications</a:t>
            </a:r>
            <a:endParaRPr/>
          </a:p>
        </p:txBody>
      </p:sp>
      <p:sp>
        <p:nvSpPr>
          <p:cNvPr id="762" name="Google Shape;762;p65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25/30</a:t>
            </a:r>
            <a:endParaRPr/>
          </a:p>
        </p:txBody>
      </p:sp>
      <p:sp>
        <p:nvSpPr>
          <p:cNvPr id="763" name="Google Shape;763;p65"/>
          <p:cNvSpPr txBox="1"/>
          <p:nvPr/>
        </p:nvSpPr>
        <p:spPr>
          <a:xfrm>
            <a:off x="228600" y="2394888"/>
            <a:ext cx="49548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Outbox Pattern!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There will be a special task to poll outbox entries and send message for each.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64" name="Google Shape;764;p65"/>
          <p:cNvSpPr txBox="1"/>
          <p:nvPr/>
        </p:nvSpPr>
        <p:spPr>
          <a:xfrm>
            <a:off x="228600" y="695550"/>
            <a:ext cx="4954800" cy="7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00FFFF"/>
                </a:solidFill>
                <a:latin typeface="Urbanist"/>
                <a:ea typeface="Urbanist"/>
                <a:cs typeface="Urbanist"/>
                <a:sym typeface="Urbanist"/>
              </a:rPr>
              <a:t>Solution #3:</a:t>
            </a:r>
            <a:endParaRPr sz="1900">
              <a:solidFill>
                <a:srgbClr val="00FFFF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65" name="Google Shape;765;p65"/>
          <p:cNvSpPr txBox="1"/>
          <p:nvPr>
            <p:ph type="title"/>
          </p:nvPr>
        </p:nvSpPr>
        <p:spPr>
          <a:xfrm>
            <a:off x="228600" y="387140"/>
            <a:ext cx="2181600" cy="393600"/>
          </a:xfrm>
          <a:prstGeom prst="rect">
            <a:avLst/>
          </a:prstGeom>
        </p:spPr>
        <p:txBody>
          <a:bodyPr anchorCtr="0" anchor="ctr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Sending WhatsApp Messages</a:t>
            </a:r>
            <a:endParaRPr sz="1100"/>
          </a:p>
        </p:txBody>
      </p:sp>
      <p:pic>
        <p:nvPicPr>
          <p:cNvPr id="766" name="Google Shape;766;p6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35600" y="1382013"/>
            <a:ext cx="3655803" cy="23794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luminous galaxy in space. " id="771" name="Google Shape;771;p66"/>
          <p:cNvPicPr preferRelativeResize="0"/>
          <p:nvPr/>
        </p:nvPicPr>
        <p:blipFill rotWithShape="1">
          <a:blip r:embed="rId3">
            <a:alphaModFix amt="50000"/>
          </a:blip>
          <a:srcRect b="1961" l="0" r="0" t="6840"/>
          <a:stretch/>
        </p:blipFill>
        <p:spPr>
          <a:xfrm>
            <a:off x="0" y="-3250"/>
            <a:ext cx="9144003" cy="4686976"/>
          </a:xfrm>
          <a:prstGeom prst="rect">
            <a:avLst/>
          </a:prstGeom>
          <a:noFill/>
          <a:ln>
            <a:noFill/>
          </a:ln>
        </p:spPr>
      </p:pic>
      <p:sp>
        <p:nvSpPr>
          <p:cNvPr id="772" name="Google Shape;772;p66"/>
          <p:cNvSpPr txBox="1"/>
          <p:nvPr>
            <p:ph type="title"/>
          </p:nvPr>
        </p:nvSpPr>
        <p:spPr>
          <a:xfrm>
            <a:off x="320625" y="1567742"/>
            <a:ext cx="4432200" cy="1545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Reliability </a:t>
            </a:r>
            <a:r>
              <a:rPr lang="en">
                <a:solidFill>
                  <a:srgbClr val="FFC66D"/>
                </a:solidFill>
              </a:rPr>
              <a:t>is an additional cost</a:t>
            </a:r>
            <a:r>
              <a:rPr lang="en">
                <a:solidFill>
                  <a:schemeClr val="dk2"/>
                </a:solidFill>
              </a:rPr>
              <a:t> </a:t>
            </a:r>
            <a:r>
              <a:rPr lang="en" sz="2200">
                <a:solidFill>
                  <a:schemeClr val="dk2"/>
                </a:solidFill>
              </a:rPr>
              <a:t>(Complexity, Development time, Performance)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773" name="Google Shape;773;p66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774" name="Google Shape;774;p66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26/30</a:t>
            </a:r>
            <a:endParaRPr/>
          </a:p>
        </p:txBody>
      </p:sp>
      <p:sp>
        <p:nvSpPr>
          <p:cNvPr id="775" name="Google Shape;775;p66"/>
          <p:cNvSpPr txBox="1"/>
          <p:nvPr>
            <p:ph idx="1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/>
              <a:t> Applications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67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781" name="Google Shape;781;p67"/>
          <p:cNvSpPr txBox="1"/>
          <p:nvPr>
            <p:ph type="title"/>
          </p:nvPr>
        </p:nvSpPr>
        <p:spPr>
          <a:xfrm>
            <a:off x="2253150" y="1858350"/>
            <a:ext cx="4637700" cy="1426800"/>
          </a:xfrm>
          <a:prstGeom prst="rect">
            <a:avLst/>
          </a:prstGeom>
        </p:spPr>
        <p:txBody>
          <a:bodyPr anchorCtr="0" anchor="ctr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Case Study #3: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FFF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FFFF"/>
                </a:solidFill>
              </a:rPr>
              <a:t>Webhook Handling</a:t>
            </a:r>
            <a:endParaRPr>
              <a:solidFill>
                <a:srgbClr val="00FFFF"/>
              </a:solidFill>
            </a:endParaRPr>
          </a:p>
        </p:txBody>
      </p:sp>
      <p:sp>
        <p:nvSpPr>
          <p:cNvPr id="782" name="Google Shape;782;p67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/>
              <a:t> Applications</a:t>
            </a:r>
            <a:endParaRPr/>
          </a:p>
        </p:txBody>
      </p:sp>
      <p:sp>
        <p:nvSpPr>
          <p:cNvPr id="783" name="Google Shape;783;p67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27/30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68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789" name="Google Shape;789;p68"/>
          <p:cNvSpPr txBox="1"/>
          <p:nvPr>
            <p:ph type="title"/>
          </p:nvPr>
        </p:nvSpPr>
        <p:spPr>
          <a:xfrm>
            <a:off x="2253150" y="1858350"/>
            <a:ext cx="4637700" cy="1426800"/>
          </a:xfrm>
          <a:prstGeom prst="rect">
            <a:avLst/>
          </a:prstGeom>
        </p:spPr>
        <p:txBody>
          <a:bodyPr anchorCtr="0" anchor="ctr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Case Study #4: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FFF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FFFF"/>
                </a:solidFill>
              </a:rPr>
              <a:t>Safe deployment</a:t>
            </a:r>
            <a:endParaRPr>
              <a:solidFill>
                <a:srgbClr val="00FFFF"/>
              </a:solidFill>
            </a:endParaRPr>
          </a:p>
        </p:txBody>
      </p:sp>
      <p:sp>
        <p:nvSpPr>
          <p:cNvPr id="790" name="Google Shape;790;p68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/>
              <a:t> Applications</a:t>
            </a:r>
            <a:endParaRPr/>
          </a:p>
        </p:txBody>
      </p:sp>
      <p:sp>
        <p:nvSpPr>
          <p:cNvPr id="791" name="Google Shape;791;p68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28/30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5" name="Shape 7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6" name="Google Shape;796;p69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797" name="Google Shape;797;p69"/>
          <p:cNvSpPr txBox="1"/>
          <p:nvPr>
            <p:ph type="title"/>
          </p:nvPr>
        </p:nvSpPr>
        <p:spPr>
          <a:xfrm>
            <a:off x="2253150" y="1858350"/>
            <a:ext cx="4637700" cy="1426800"/>
          </a:xfrm>
          <a:prstGeom prst="rect">
            <a:avLst/>
          </a:prstGeom>
        </p:spPr>
        <p:txBody>
          <a:bodyPr anchorCtr="0" anchor="ctr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Any question ?</a:t>
            </a:r>
            <a:endParaRPr/>
          </a:p>
        </p:txBody>
      </p:sp>
      <p:sp>
        <p:nvSpPr>
          <p:cNvPr id="798" name="Google Shape;798;p69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/>
              <a:t> Applications</a:t>
            </a:r>
            <a:endParaRPr/>
          </a:p>
        </p:txBody>
      </p:sp>
      <p:sp>
        <p:nvSpPr>
          <p:cNvPr id="799" name="Google Shape;799;p69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29/30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p70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805" name="Google Shape;805;p70"/>
          <p:cNvSpPr txBox="1"/>
          <p:nvPr>
            <p:ph type="title"/>
          </p:nvPr>
        </p:nvSpPr>
        <p:spPr>
          <a:xfrm>
            <a:off x="228600" y="290450"/>
            <a:ext cx="3655800" cy="8127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806" name="Google Shape;806;p70"/>
          <p:cNvSpPr/>
          <p:nvPr/>
        </p:nvSpPr>
        <p:spPr>
          <a:xfrm>
            <a:off x="228600" y="3299625"/>
            <a:ext cx="847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7" name="Google Shape;807;p70"/>
          <p:cNvSpPr/>
          <p:nvPr/>
        </p:nvSpPr>
        <p:spPr>
          <a:xfrm>
            <a:off x="6080700" y="2888275"/>
            <a:ext cx="2835000" cy="1564500"/>
          </a:xfrm>
          <a:prstGeom prst="roundRect">
            <a:avLst>
              <a:gd fmla="val 12302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808" name="Google Shape;808;p70"/>
          <p:cNvSpPr txBox="1"/>
          <p:nvPr/>
        </p:nvSpPr>
        <p:spPr>
          <a:xfrm>
            <a:off x="6309300" y="3096325"/>
            <a:ext cx="2599200" cy="1148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8287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Contact</a:t>
            </a:r>
            <a:r>
              <a:rPr lang="en"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?</a:t>
            </a:r>
            <a:r>
              <a:rPr lang="en"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 </a:t>
            </a:r>
            <a:endParaRPr sz="1800">
              <a:solidFill>
                <a:schemeClr val="accent3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Let’s </a:t>
            </a:r>
            <a:r>
              <a:rPr lang="en"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talk</a:t>
            </a:r>
            <a:endParaRPr sz="1200">
              <a:solidFill>
                <a:schemeClr val="lt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  <a:p>
            <a:pPr indent="0" lvl="0" marL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Waseem Kntar</a:t>
            </a:r>
            <a:endParaRPr sz="1600">
              <a:solidFill>
                <a:schemeClr val="lt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waseem.kntar@gmail.com</a:t>
            </a:r>
            <a:endParaRPr sz="10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https://linkedin.com/in/waseem-kntar</a:t>
            </a:r>
            <a:endParaRPr sz="10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Dark Particles">
  <a:themeElements>
    <a:clrScheme name="Simple Light">
      <a:dk1>
        <a:srgbClr val="000000"/>
      </a:dk1>
      <a:lt1>
        <a:srgbClr val="FFFFFF"/>
      </a:lt1>
      <a:dk2>
        <a:srgbClr val="F5F5F5"/>
      </a:dk2>
      <a:lt2>
        <a:srgbClr val="323232"/>
      </a:lt2>
      <a:accent1>
        <a:srgbClr val="434343"/>
      </a:accent1>
      <a:accent2>
        <a:srgbClr val="252525"/>
      </a:accent2>
      <a:accent3>
        <a:srgbClr val="DEFF9A"/>
      </a:accent3>
      <a:accent4>
        <a:srgbClr val="DAFFDE"/>
      </a:accent4>
      <a:accent5>
        <a:srgbClr val="4CDC8B"/>
      </a:accent5>
      <a:accent6>
        <a:srgbClr val="4C7FDC"/>
      </a:accent6>
      <a:hlink>
        <a:srgbClr val="18181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